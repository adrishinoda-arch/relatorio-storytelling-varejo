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F5D56E-A9E3-4745-9360-7AC18847E765}" v="18" dt="2026-07-04T00:56:57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4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a Shinoda" userId="a4c2ea6b5bd42b3c" providerId="LiveId" clId="{5AACD422-31E5-47B2-AD26-305E6FE20E71}"/>
    <pc:docChg chg="custSel mod addSld delSld modSld sldOrd addMainMaster delMainMaster modMainMaster modNotesMaster">
      <pc:chgData name="Adriana Shinoda" userId="a4c2ea6b5bd42b3c" providerId="LiveId" clId="{5AACD422-31E5-47B2-AD26-305E6FE20E71}" dt="2026-07-04T01:16:28.533" v="103" actId="26606"/>
      <pc:docMkLst>
        <pc:docMk/>
      </pc:docMkLst>
      <pc:sldChg chg="addSp modSp add mod modClrScheme chgLayout">
        <pc:chgData name="Adriana Shinoda" userId="a4c2ea6b5bd42b3c" providerId="LiveId" clId="{5AACD422-31E5-47B2-AD26-305E6FE20E71}" dt="2026-07-04T01:16:28.533" v="103" actId="26606"/>
        <pc:sldMkLst>
          <pc:docMk/>
          <pc:sldMk cId="0" sldId="256"/>
        </pc:sldMkLst>
        <pc:spChg chg="mod">
          <ac:chgData name="Adriana Shinoda" userId="a4c2ea6b5bd42b3c" providerId="LiveId" clId="{5AACD422-31E5-47B2-AD26-305E6FE20E71}" dt="2026-07-04T00:45:46.824" v="71" actId="26606"/>
          <ac:spMkLst>
            <pc:docMk/>
            <pc:sldMk cId="0" sldId="256"/>
            <ac:spMk id="4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0:56:50.423" v="101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0:45:46.824" v="71" actId="26606"/>
          <ac:spMkLst>
            <pc:docMk/>
            <pc:sldMk cId="0" sldId="256"/>
            <ac:spMk id="8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6"/>
            <ac:spMk id="9" creationId="{00000000-0000-0000-0000-000000000000}"/>
          </ac:spMkLst>
        </pc:spChg>
      </pc:sldChg>
      <pc:sldChg chg="addSp delSp modSp add mod modClrScheme chgLayout">
        <pc:chgData name="Adriana Shinoda" userId="a4c2ea6b5bd42b3c" providerId="LiveId" clId="{5AACD422-31E5-47B2-AD26-305E6FE20E71}" dt="2026-07-04T01:16:28.533" v="103" actId="26606"/>
        <pc:sldMkLst>
          <pc:docMk/>
          <pc:sldMk cId="0" sldId="257"/>
        </pc:sldMkLst>
        <pc:spChg chg="mod">
          <ac:chgData name="Adriana Shinoda" userId="a4c2ea6b5bd42b3c" providerId="LiveId" clId="{5AACD422-31E5-47B2-AD26-305E6FE20E71}" dt="2026-07-03T23:22:13.600" v="35" actId="26606"/>
          <ac:spMkLst>
            <pc:docMk/>
            <pc:sldMk cId="0" sldId="257"/>
            <ac:spMk id="4" creationId="{00000000-0000-0000-0000-000000000000}"/>
          </ac:spMkLst>
        </pc:spChg>
        <pc:spChg chg="del">
          <ac:chgData name="Adriana Shinoda" userId="a4c2ea6b5bd42b3c" providerId="LiveId" clId="{5AACD422-31E5-47B2-AD26-305E6FE20E71}" dt="2026-07-04T00:09:15.773" v="63" actId="26606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Adriana Shinoda" userId="a4c2ea6b5bd42b3c" providerId="LiveId" clId="{5AACD422-31E5-47B2-AD26-305E6FE20E71}" dt="2026-07-04T00:09:15.773" v="63" actId="26606"/>
          <ac:spMkLst>
            <pc:docMk/>
            <pc:sldMk cId="0" sldId="257"/>
            <ac:spMk id="7" creationId="{00000000-0000-0000-0000-000000000000}"/>
          </ac:spMkLst>
        </pc:spChg>
        <pc:spChg chg="mod">
          <ac:chgData name="Adriana Shinoda" userId="a4c2ea6b5bd42b3c" providerId="LiveId" clId="{5AACD422-31E5-47B2-AD26-305E6FE20E71}" dt="2026-07-03T23:05:10.290" v="29" actId="26606"/>
          <ac:spMkLst>
            <pc:docMk/>
            <pc:sldMk cId="0" sldId="257"/>
            <ac:spMk id="8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3T23:28:23.361" v="37" actId="26606"/>
          <ac:spMkLst>
            <pc:docMk/>
            <pc:sldMk cId="0" sldId="257"/>
            <ac:spMk id="9" creationId="{00000000-0000-0000-0000-000000000000}"/>
          </ac:spMkLst>
        </pc:spChg>
        <pc:spChg chg="mod">
          <ac:chgData name="Adriana Shinoda" userId="a4c2ea6b5bd42b3c" providerId="LiveId" clId="{5AACD422-31E5-47B2-AD26-305E6FE20E71}" dt="2026-07-03T23:28:23.361" v="37" actId="26606"/>
          <ac:spMkLst>
            <pc:docMk/>
            <pc:sldMk cId="0" sldId="257"/>
            <ac:spMk id="10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3T23:28:23.361" v="37" actId="26606"/>
          <ac:spMkLst>
            <pc:docMk/>
            <pc:sldMk cId="0" sldId="257"/>
            <ac:spMk id="13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3T23:28:23.361" v="37" actId="26606"/>
          <ac:spMkLst>
            <pc:docMk/>
            <pc:sldMk cId="0" sldId="257"/>
            <ac:spMk id="15" creationId="{00000000-0000-0000-0000-000000000000}"/>
          </ac:spMkLst>
        </pc:spChg>
        <pc:spChg chg="del">
          <ac:chgData name="Adriana Shinoda" userId="a4c2ea6b5bd42b3c" providerId="LiveId" clId="{5AACD422-31E5-47B2-AD26-305E6FE20E71}" dt="2026-07-04T00:09:15.773" v="63" actId="26606"/>
          <ac:spMkLst>
            <pc:docMk/>
            <pc:sldMk cId="0" sldId="257"/>
            <ac:spMk id="20" creationId="{00000000-0000-0000-0000-000000000000}"/>
          </ac:spMkLst>
        </pc:spChg>
        <pc:spChg chg="del">
          <ac:chgData name="Adriana Shinoda" userId="a4c2ea6b5bd42b3c" providerId="LiveId" clId="{5AACD422-31E5-47B2-AD26-305E6FE20E71}" dt="2026-07-04T00:09:15.773" v="63" actId="26606"/>
          <ac:spMkLst>
            <pc:docMk/>
            <pc:sldMk cId="0" sldId="257"/>
            <ac:spMk id="25" creationId="{00000000-0000-0000-0000-000000000000}"/>
          </ac:spMkLst>
        </pc:spChg>
        <pc:spChg chg="add del mod">
          <ac:chgData name="Adriana Shinoda" userId="a4c2ea6b5bd42b3c" providerId="LiveId" clId="{5AACD422-31E5-47B2-AD26-305E6FE20E71}" dt="2026-07-04T00:09:15.773" v="63" actId="26606"/>
          <ac:spMkLst>
            <pc:docMk/>
            <pc:sldMk cId="0" sldId="257"/>
            <ac:spMk id="28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3T23:28:23.361" v="37" actId="26606"/>
          <ac:spMkLst>
            <pc:docMk/>
            <pc:sldMk cId="0" sldId="257"/>
            <ac:spMk id="29" creationId="{00000000-0000-0000-0000-000000000000}"/>
          </ac:spMkLst>
        </pc:spChg>
        <pc:spChg chg="del">
          <ac:chgData name="Adriana Shinoda" userId="a4c2ea6b5bd42b3c" providerId="LiveId" clId="{5AACD422-31E5-47B2-AD26-305E6FE20E71}" dt="2026-07-04T00:09:15.773" v="63" actId="26606"/>
          <ac:spMkLst>
            <pc:docMk/>
            <pc:sldMk cId="0" sldId="257"/>
            <ac:spMk id="33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3T23:28:23.361" v="37" actId="26606"/>
          <ac:spMkLst>
            <pc:docMk/>
            <pc:sldMk cId="0" sldId="257"/>
            <ac:spMk id="34" creationId="{00000000-0000-0000-0000-000000000000}"/>
          </ac:spMkLst>
        </pc:spChg>
        <pc:spChg chg="add">
          <ac:chgData name="Adriana Shinoda" userId="a4c2ea6b5bd42b3c" providerId="LiveId" clId="{5AACD422-31E5-47B2-AD26-305E6FE20E71}" dt="2026-07-03T23:28:23.361" v="37" actId="26606"/>
          <ac:spMkLst>
            <pc:docMk/>
            <pc:sldMk cId="0" sldId="257"/>
            <ac:spMk id="36" creationId="{00000000-0000-0000-0000-000000000000}"/>
          </ac:spMkLst>
        </pc:spChg>
        <pc:spChg chg="add mod replId">
          <ac:chgData name="Adriana Shinoda" userId="a4c2ea6b5bd42b3c" providerId="LiveId" clId="{5AACD422-31E5-47B2-AD26-305E6FE20E71}" dt="2026-07-03T23:22:12.751" v="34" actId="26606"/>
          <ac:spMkLst>
            <pc:docMk/>
            <pc:sldMk cId="0" sldId="257"/>
            <ac:spMk id="37" creationId="{00000000-0000-0000-0000-000000000000}"/>
          </ac:spMkLst>
        </pc:spChg>
        <pc:spChg chg="del">
          <ac:chgData name="Adriana Shinoda" userId="a4c2ea6b5bd42b3c" providerId="LiveId" clId="{5AACD422-31E5-47B2-AD26-305E6FE20E71}" dt="2026-07-04T00:09:15.773" v="63" actId="26606"/>
          <ac:spMkLst>
            <pc:docMk/>
            <pc:sldMk cId="0" sldId="257"/>
            <ac:spMk id="39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7"/>
            <ac:spMk id="40" creationId="{00000000-0000-0000-0000-000000000000}"/>
          </ac:spMkLst>
        </pc:spChg>
        <pc:spChg chg="add del mod replId">
          <ac:chgData name="Adriana Shinoda" userId="a4c2ea6b5bd42b3c" providerId="LiveId" clId="{5AACD422-31E5-47B2-AD26-305E6FE20E71}" dt="2026-07-03T23:28:23.361" v="37" actId="26606"/>
          <ac:spMkLst>
            <pc:docMk/>
            <pc:sldMk cId="0" sldId="257"/>
            <ac:spMk id="41" creationId="{00000000-0000-0000-0000-000000000000}"/>
          </ac:spMkLst>
        </pc:spChg>
        <pc:spChg chg="mod replId">
          <ac:chgData name="Adriana Shinoda" userId="a4c2ea6b5bd42b3c" providerId="LiveId" clId="{5AACD422-31E5-47B2-AD26-305E6FE20E71}" dt="2026-07-04T00:09:15.197" v="62" actId="26606"/>
          <ac:spMkLst>
            <pc:docMk/>
            <pc:sldMk cId="0" sldId="257"/>
            <ac:spMk id="41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57"/>
            <ac:spMk id="50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7"/>
            <ac:spMk id="52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57"/>
            <ac:spMk id="53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7"/>
            <ac:spMk id="55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57"/>
            <ac:spMk id="56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7"/>
            <ac:spMk id="58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57"/>
            <ac:spMk id="59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7"/>
            <ac:spMk id="61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57"/>
            <ac:spMk id="62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7"/>
            <ac:spMk id="64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57"/>
            <ac:spMk id="65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7"/>
            <ac:spMk id="67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57"/>
            <ac:spMk id="68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0:15:59.554" v="65" actId="26606"/>
          <ac:spMkLst>
            <pc:docMk/>
            <pc:sldMk cId="0" sldId="257"/>
            <ac:spMk id="71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7"/>
            <ac:spMk id="73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57"/>
            <ac:spMk id="74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7"/>
            <ac:spMk id="76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57"/>
            <ac:spMk id="77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7"/>
            <ac:spMk id="79" creationId="{00000000-0000-0000-0000-000000000000}"/>
          </ac:spMkLst>
        </pc:spChg>
        <pc:graphicFrameChg chg="mod replId">
          <ac:chgData name="Adriana Shinoda" userId="a4c2ea6b5bd42b3c" providerId="LiveId" clId="{5AACD422-31E5-47B2-AD26-305E6FE20E71}" dt="2026-07-03T23:22:12.751" v="34" actId="26606"/>
          <ac:graphicFrameMkLst>
            <pc:docMk/>
            <pc:sldMk cId="0" sldId="257"/>
            <ac:graphicFrameMk id="36" creationId="{00000000-0000-0000-0000-000000000000}"/>
          </ac:graphicFrameMkLst>
        </pc:graphicFrameChg>
      </pc:sldChg>
      <pc:sldChg chg="addSp delSp modSp add mod ord modClrScheme chgLayout">
        <pc:chgData name="Adriana Shinoda" userId="a4c2ea6b5bd42b3c" providerId="LiveId" clId="{5AACD422-31E5-47B2-AD26-305E6FE20E71}" dt="2026-07-04T01:16:28.533" v="103" actId="26606"/>
        <pc:sldMkLst>
          <pc:docMk/>
          <pc:sldMk cId="0" sldId="258"/>
        </pc:sldMkLst>
        <pc:spChg chg="mod">
          <ac:chgData name="Adriana Shinoda" userId="a4c2ea6b5bd42b3c" providerId="LiveId" clId="{5AACD422-31E5-47B2-AD26-305E6FE20E71}" dt="2026-07-04T00:45:46.824" v="71" actId="26606"/>
          <ac:spMkLst>
            <pc:docMk/>
            <pc:sldMk cId="0" sldId="258"/>
            <ac:spMk id="2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8"/>
            <ac:spMk id="5" creationId="{00000000-0000-0000-0000-000000000000}"/>
          </ac:spMkLst>
        </pc:spChg>
        <pc:spChg chg="mod">
          <ac:chgData name="Adriana Shinoda" userId="a4c2ea6b5bd42b3c" providerId="LiveId" clId="{5AACD422-31E5-47B2-AD26-305E6FE20E71}" dt="2026-07-03T23:22:13.600" v="35" actId="26606"/>
          <ac:spMkLst>
            <pc:docMk/>
            <pc:sldMk cId="0" sldId="258"/>
            <ac:spMk id="6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8"/>
            <ac:spMk id="10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3T23:30:32.542" v="43" actId="1076"/>
          <ac:spMkLst>
            <pc:docMk/>
            <pc:sldMk cId="0" sldId="258"/>
            <ac:spMk id="12" creationId="{00000000-0000-0000-0000-000000000000}"/>
          </ac:spMkLst>
        </pc:spChg>
        <pc:spChg chg="del">
          <ac:chgData name="Adriana Shinoda" userId="a4c2ea6b5bd42b3c" providerId="LiveId" clId="{5AACD422-31E5-47B2-AD26-305E6FE20E71}" dt="2026-07-03T23:22:13.600" v="35" actId="26606"/>
          <ac:spMkLst>
            <pc:docMk/>
            <pc:sldMk cId="0" sldId="258"/>
            <ac:spMk id="13" creationId="{00000000-0000-0000-0000-000000000000}"/>
          </ac:spMkLst>
        </pc:spChg>
        <pc:spChg chg="mod replId">
          <ac:chgData name="Adriana Shinoda" userId="a4c2ea6b5bd42b3c" providerId="LiveId" clId="{5AACD422-31E5-47B2-AD26-305E6FE20E71}" dt="2026-07-04T01:16:28.054" v="102" actId="26606"/>
          <ac:spMkLst>
            <pc:docMk/>
            <pc:sldMk cId="0" sldId="258"/>
            <ac:spMk id="13" creationId="{00000000-0000-0000-0000-000000000000}"/>
          </ac:spMkLst>
        </pc:spChg>
        <pc:spChg chg="del">
          <ac:chgData name="Adriana Shinoda" userId="a4c2ea6b5bd42b3c" providerId="LiveId" clId="{5AACD422-31E5-47B2-AD26-305E6FE20E71}" dt="2026-07-03T23:22:13.600" v="35" actId="26606"/>
          <ac:spMkLst>
            <pc:docMk/>
            <pc:sldMk cId="0" sldId="258"/>
            <ac:spMk id="15" creationId="{00000000-0000-0000-0000-000000000000}"/>
          </ac:spMkLst>
        </pc:spChg>
        <pc:spChg chg="del">
          <ac:chgData name="Adriana Shinoda" userId="a4c2ea6b5bd42b3c" providerId="LiveId" clId="{5AACD422-31E5-47B2-AD26-305E6FE20E71}" dt="2026-07-03T23:22:13.600" v="35" actId="26606"/>
          <ac:spMkLst>
            <pc:docMk/>
            <pc:sldMk cId="0" sldId="258"/>
            <ac:spMk id="17" creationId="{00000000-0000-0000-0000-000000000000}"/>
          </ac:spMkLst>
        </pc:spChg>
        <pc:spChg chg="del">
          <ac:chgData name="Adriana Shinoda" userId="a4c2ea6b5bd42b3c" providerId="LiveId" clId="{5AACD422-31E5-47B2-AD26-305E6FE20E71}" dt="2026-07-03T23:22:13.600" v="35" actId="26606"/>
          <ac:spMkLst>
            <pc:docMk/>
            <pc:sldMk cId="0" sldId="258"/>
            <ac:spMk id="18" creationId="{00000000-0000-0000-0000-000000000000}"/>
          </ac:spMkLst>
        </pc:spChg>
        <pc:spChg chg="del">
          <ac:chgData name="Adriana Shinoda" userId="a4c2ea6b5bd42b3c" providerId="LiveId" clId="{5AACD422-31E5-47B2-AD26-305E6FE20E71}" dt="2026-07-03T23:22:13.600" v="35" actId="26606"/>
          <ac:spMkLst>
            <pc:docMk/>
            <pc:sldMk cId="0" sldId="258"/>
            <ac:spMk id="19" creationId="{00000000-0000-0000-0000-000000000000}"/>
          </ac:spMkLst>
        </pc:spChg>
        <pc:spChg chg="del mod replId">
          <ac:chgData name="Adriana Shinoda" userId="a4c2ea6b5bd42b3c" providerId="LiveId" clId="{5AACD422-31E5-47B2-AD26-305E6FE20E71}" dt="2026-07-03T23:22:13.600" v="35" actId="26606"/>
          <ac:spMkLst>
            <pc:docMk/>
            <pc:sldMk cId="0" sldId="258"/>
            <ac:spMk id="20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8"/>
            <ac:spMk id="21" creationId="{00000000-0000-0000-0000-000000000000}"/>
          </ac:spMkLst>
        </pc:spChg>
        <pc:spChg chg="add del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8"/>
            <ac:spMk id="25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8"/>
            <ac:spMk id="32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8"/>
            <ac:spMk id="41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8"/>
            <ac:spMk id="60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0:15:59.554" v="65" actId="26606"/>
          <ac:spMkLst>
            <pc:docMk/>
            <pc:sldMk cId="0" sldId="258"/>
            <ac:spMk id="900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58"/>
            <ac:spMk id="901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58"/>
            <ac:spMk id="902" creationId="{00000000-0000-0000-0000-000000000000}"/>
          </ac:spMkLst>
        </pc:spChg>
        <pc:spChg chg="del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8"/>
            <ac:spMk id="903" creationId="{00000000-0000-0000-0000-000000000000}"/>
          </ac:spMkLst>
        </pc:spChg>
        <pc:spChg chg="add del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8"/>
            <ac:spMk id="904" creationId="{00000000-0000-0000-0000-000000000000}"/>
          </ac:spMkLst>
        </pc:spChg>
        <pc:spChg chg="add del">
          <ac:chgData name="Adriana Shinoda" userId="a4c2ea6b5bd42b3c" providerId="LiveId" clId="{5AACD422-31E5-47B2-AD26-305E6FE20E71}" dt="2026-07-04T01:16:28.533" v="103" actId="26606"/>
          <ac:spMkLst>
            <pc:docMk/>
            <pc:sldMk cId="0" sldId="258"/>
            <ac:spMk id="905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58"/>
            <ac:spMk id="907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58"/>
            <ac:spMk id="908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58"/>
            <ac:spMk id="909" creationId="{00000000-0000-0000-0000-000000000000}"/>
          </ac:spMkLst>
        </pc:spChg>
      </pc:sldChg>
      <pc:sldChg chg="addSp delSp modSp add mod modClrScheme chgLayout">
        <pc:chgData name="Adriana Shinoda" userId="a4c2ea6b5bd42b3c" providerId="LiveId" clId="{5AACD422-31E5-47B2-AD26-305E6FE20E71}" dt="2026-07-04T01:16:28.533" v="103" actId="26606"/>
        <pc:sldMkLst>
          <pc:docMk/>
          <pc:sldMk cId="0" sldId="259"/>
        </pc:sldMkLst>
        <pc:spChg chg="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59"/>
            <ac:spMk id="5" creationId="{00000000-0000-0000-0000-000000000000}"/>
          </ac:spMkLst>
        </pc:spChg>
        <pc:spChg chg="mod">
          <ac:chgData name="Adriana Shinoda" userId="a4c2ea6b5bd42b3c" providerId="LiveId" clId="{5AACD422-31E5-47B2-AD26-305E6FE20E71}" dt="2026-07-03T23:05:10.290" v="29" actId="26606"/>
          <ac:spMkLst>
            <pc:docMk/>
            <pc:sldMk cId="0" sldId="259"/>
            <ac:spMk id="6" creationId="{00000000-0000-0000-0000-000000000000}"/>
          </ac:spMkLst>
        </pc:spChg>
        <pc:spChg chg="mod">
          <ac:chgData name="Adriana Shinoda" userId="a4c2ea6b5bd42b3c" providerId="LiveId" clId="{5AACD422-31E5-47B2-AD26-305E6FE20E71}" dt="2026-07-03T23:22:13.600" v="35" actId="26606"/>
          <ac:spMkLst>
            <pc:docMk/>
            <pc:sldMk cId="0" sldId="259"/>
            <ac:spMk id="8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59"/>
            <ac:spMk id="10" creationId="{00000000-0000-0000-0000-000000000000}"/>
          </ac:spMkLst>
        </pc:spChg>
        <pc:spChg chg="del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9"/>
            <ac:spMk id="13" creationId="{00000000-0000-0000-0000-000000000000}"/>
          </ac:spMkLst>
        </pc:spChg>
        <pc:spChg chg="del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9"/>
            <ac:spMk id="14" creationId="{00000000-0000-0000-0000-000000000000}"/>
          </ac:spMkLst>
        </pc:spChg>
        <pc:spChg chg="add del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9"/>
            <ac:spMk id="15" creationId="{00000000-0000-0000-0000-000000000000}"/>
          </ac:spMkLst>
        </pc:spChg>
        <pc:spChg chg="add del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9"/>
            <ac:spMk id="18" creationId="{00000000-0000-0000-0000-000000000000}"/>
          </ac:spMkLst>
        </pc:spChg>
        <pc:spChg chg="del mod replI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9"/>
            <ac:spMk id="20" creationId="{00000000-0000-0000-0000-000000000000}"/>
          </ac:spMkLst>
        </pc:spChg>
        <pc:spChg chg="add del">
          <ac:chgData name="Adriana Shinoda" userId="a4c2ea6b5bd42b3c" providerId="LiveId" clId="{5AACD422-31E5-47B2-AD26-305E6FE20E71}" dt="2026-07-03T23:30:48.019" v="44" actId="478"/>
          <ac:spMkLst>
            <pc:docMk/>
            <pc:sldMk cId="0" sldId="259"/>
            <ac:spMk id="20" creationId="{00000000-0000-0000-0000-000000000000}"/>
          </ac:spMkLst>
        </pc:spChg>
        <pc:spChg chg="del mod replI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9"/>
            <ac:spMk id="21" creationId="{00000000-0000-0000-0000-000000000000}"/>
          </ac:spMkLst>
        </pc:spChg>
        <pc:spChg chg="add">
          <ac:chgData name="Adriana Shinoda" userId="a4c2ea6b5bd42b3c" providerId="LiveId" clId="{5AACD422-31E5-47B2-AD26-305E6FE20E71}" dt="2026-07-03T23:10:46.351" v="33" actId="26606"/>
          <ac:spMkLst>
            <pc:docMk/>
            <pc:sldMk cId="0" sldId="259"/>
            <ac:spMk id="21" creationId="{00000000-0000-0000-0000-000000000000}"/>
          </ac:spMkLst>
        </pc:spChg>
        <pc:spChg chg="add del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9"/>
            <ac:spMk id="25" creationId="{00000000-0000-0000-0000-000000000000}"/>
          </ac:spMkLst>
        </pc:spChg>
        <pc:spChg chg="add del mod replId">
          <ac:chgData name="Adriana Shinoda" userId="a4c2ea6b5bd42b3c" providerId="LiveId" clId="{5AACD422-31E5-47B2-AD26-305E6FE20E71}" dt="2026-07-03T23:22:13.600" v="35" actId="26606"/>
          <ac:spMkLst>
            <pc:docMk/>
            <pc:sldMk cId="0" sldId="259"/>
            <ac:spMk id="27" creationId="{00000000-0000-0000-0000-000000000000}"/>
          </ac:spMkLst>
        </pc:spChg>
        <pc:spChg chg="add mod replId">
          <ac:chgData name="Adriana Shinoda" userId="a4c2ea6b5bd42b3c" providerId="LiveId" clId="{5AACD422-31E5-47B2-AD26-305E6FE20E71}" dt="2026-07-03T23:10:45.796" v="32" actId="26606"/>
          <ac:spMkLst>
            <pc:docMk/>
            <pc:sldMk cId="0" sldId="259"/>
            <ac:spMk id="29" creationId="{00000000-0000-0000-0000-000000000000}"/>
          </ac:spMkLst>
        </pc:spChg>
        <pc:spChg chg="add">
          <ac:chgData name="Adriana Shinoda" userId="a4c2ea6b5bd42b3c" providerId="LiveId" clId="{5AACD422-31E5-47B2-AD26-305E6FE20E71}" dt="2026-07-03T23:30:48.745" v="45" actId="22"/>
          <ac:spMkLst>
            <pc:docMk/>
            <pc:sldMk cId="0" sldId="259"/>
            <ac:spMk id="31" creationId="{3DD59E1F-CF5F-B2AB-CB8E-221F32123887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59"/>
            <ac:spMk id="900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0:15:59.554" v="65" actId="26606"/>
          <ac:spMkLst>
            <pc:docMk/>
            <pc:sldMk cId="0" sldId="259"/>
            <ac:spMk id="901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59"/>
            <ac:spMk id="903" creationId="{00000000-0000-0000-0000-000000000000}"/>
          </ac:spMkLst>
        </pc:spChg>
        <pc:spChg chg="add del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9"/>
            <ac:spMk id="904" creationId="{00000000-0000-0000-0000-000000000000}"/>
          </ac:spMkLst>
        </pc:spChg>
        <pc:spChg chg="add del">
          <ac:chgData name="Adriana Shinoda" userId="a4c2ea6b5bd42b3c" providerId="LiveId" clId="{5AACD422-31E5-47B2-AD26-305E6FE20E71}" dt="2026-07-04T01:16:28.533" v="103" actId="26606"/>
          <ac:spMkLst>
            <pc:docMk/>
            <pc:sldMk cId="0" sldId="259"/>
            <ac:spMk id="905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59"/>
            <ac:spMk id="906" creationId="{00000000-0000-0000-0000-000000000000}"/>
          </ac:spMkLst>
        </pc:spChg>
        <pc:spChg chg="add del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59"/>
            <ac:spMk id="907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59"/>
            <ac:spMk id="908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0:15:59.554" v="65" actId="26606"/>
          <ac:spMkLst>
            <pc:docMk/>
            <pc:sldMk cId="0" sldId="259"/>
            <ac:spMk id="909" creationId="{00000000-0000-0000-0000-000000000000}"/>
          </ac:spMkLst>
        </pc:spChg>
        <pc:graphicFrameChg chg="mod replId">
          <ac:chgData name="Adriana Shinoda" userId="a4c2ea6b5bd42b3c" providerId="LiveId" clId="{5AACD422-31E5-47B2-AD26-305E6FE20E71}" dt="2026-07-03T23:10:45.796" v="32" actId="26606"/>
          <ac:graphicFrameMkLst>
            <pc:docMk/>
            <pc:sldMk cId="0" sldId="259"/>
            <ac:graphicFrameMk id="28" creationId="{00000000-0000-0000-0000-000000000000}"/>
          </ac:graphicFrameMkLst>
        </pc:graphicFrameChg>
        <pc:picChg chg="mod replId">
          <ac:chgData name="Adriana Shinoda" userId="a4c2ea6b5bd42b3c" providerId="LiveId" clId="{5AACD422-31E5-47B2-AD26-305E6FE20E71}" dt="2026-07-03T23:10:45.796" v="32" actId="26606"/>
          <ac:picMkLst>
            <pc:docMk/>
            <pc:sldMk cId="0" sldId="259"/>
            <ac:picMk id="27" creationId="{00000000-0000-0000-0000-000000000000}"/>
          </ac:picMkLst>
        </pc:picChg>
      </pc:sldChg>
      <pc:sldChg chg="addSp delSp modSp add mod modClrScheme chgLayout">
        <pc:chgData name="Adriana Shinoda" userId="a4c2ea6b5bd42b3c" providerId="LiveId" clId="{5AACD422-31E5-47B2-AD26-305E6FE20E71}" dt="2026-07-04T01:16:28.533" v="103" actId="26606"/>
        <pc:sldMkLst>
          <pc:docMk/>
          <pc:sldMk cId="0" sldId="260"/>
        </pc:sldMkLst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Adriana Shinoda" userId="a4c2ea6b5bd42b3c" providerId="LiveId" clId="{5AACD422-31E5-47B2-AD26-305E6FE20E71}" dt="2026-07-03T23:22:13.600" v="35" actId="26606"/>
          <ac:spMkLst>
            <pc:docMk/>
            <pc:sldMk cId="0" sldId="260"/>
            <ac:spMk id="3" creationId="{00000000-0000-0000-0000-000000000000}"/>
          </ac:spMkLst>
        </pc:spChg>
        <pc:spChg chg="mod">
          <ac:chgData name="Adriana Shinoda" userId="a4c2ea6b5bd42b3c" providerId="LiveId" clId="{5AACD422-31E5-47B2-AD26-305E6FE20E71}" dt="2026-07-03T23:22:13.600" v="35" actId="26606"/>
          <ac:spMkLst>
            <pc:docMk/>
            <pc:sldMk cId="0" sldId="260"/>
            <ac:spMk id="4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0"/>
            <ac:spMk id="5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0"/>
            <ac:spMk id="6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0"/>
            <ac:spMk id="7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0"/>
            <ac:spMk id="8" creationId="{00000000-0000-0000-0000-000000000000}"/>
          </ac:spMkLst>
        </pc:spChg>
        <pc:spChg chg="mod">
          <ac:chgData name="Adriana Shinoda" userId="a4c2ea6b5bd42b3c" providerId="LiveId" clId="{5AACD422-31E5-47B2-AD26-305E6FE20E71}" dt="2026-07-03T23:10:46.351" v="33" actId="2660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Adriana Shinoda" userId="a4c2ea6b5bd42b3c" providerId="LiveId" clId="{5AACD422-31E5-47B2-AD26-305E6FE20E71}" dt="2026-07-03T23:10:46.351" v="33" actId="2660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Adriana Shinoda" userId="a4c2ea6b5bd42b3c" providerId="LiveId" clId="{5AACD422-31E5-47B2-AD26-305E6FE20E71}" dt="2026-07-03T23:10:46.351" v="33" actId="2660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0"/>
            <ac:spMk id="20" creationId="{00000000-0000-0000-0000-000000000000}"/>
          </ac:spMkLst>
        </pc:spChg>
        <pc:spChg chg="add del">
          <ac:chgData name="Adriana Shinoda" userId="a4c2ea6b5bd42b3c" providerId="LiveId" clId="{5AACD422-31E5-47B2-AD26-305E6FE20E71}" dt="2026-07-04T01:16:28.533" v="103" actId="26606"/>
          <ac:spMkLst>
            <pc:docMk/>
            <pc:sldMk cId="0" sldId="260"/>
            <ac:spMk id="24" creationId="{00000000-0000-0000-0000-000000000000}"/>
          </ac:spMkLst>
        </pc:spChg>
        <pc:spChg chg="mod replId">
          <ac:chgData name="Adriana Shinoda" userId="a4c2ea6b5bd42b3c" providerId="LiveId" clId="{5AACD422-31E5-47B2-AD26-305E6FE20E71}" dt="2026-07-04T01:16:28.054" v="102" actId="26606"/>
          <ac:spMkLst>
            <pc:docMk/>
            <pc:sldMk cId="0" sldId="260"/>
            <ac:spMk id="26" creationId="{00000000-0000-0000-0000-000000000000}"/>
          </ac:spMkLst>
        </pc:spChg>
        <pc:spChg chg="add del">
          <ac:chgData name="Adriana Shinoda" userId="a4c2ea6b5bd42b3c" providerId="LiveId" clId="{5AACD422-31E5-47B2-AD26-305E6FE20E71}" dt="2026-07-03T23:30:52.444" v="46" actId="478"/>
          <ac:spMkLst>
            <pc:docMk/>
            <pc:sldMk cId="0" sldId="260"/>
            <ac:spMk id="26" creationId="{00000000-0000-0000-0000-000000000000}"/>
          </ac:spMkLst>
        </pc:spChg>
        <pc:spChg chg="add del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0"/>
            <ac:spMk id="27" creationId="{00000000-0000-0000-0000-000000000000}"/>
          </ac:spMkLst>
        </pc:spChg>
        <pc:spChg chg="add del mod replId">
          <ac:chgData name="Adriana Shinoda" userId="a4c2ea6b5bd42b3c" providerId="LiveId" clId="{5AACD422-31E5-47B2-AD26-305E6FE20E71}" dt="2026-07-03T23:28:23.361" v="37" actId="26606"/>
          <ac:spMkLst>
            <pc:docMk/>
            <pc:sldMk cId="0" sldId="260"/>
            <ac:spMk id="28" creationId="{00000000-0000-0000-0000-000000000000}"/>
          </ac:spMkLst>
        </pc:spChg>
        <pc:spChg chg="mod replId">
          <ac:chgData name="Adriana Shinoda" userId="a4c2ea6b5bd42b3c" providerId="LiveId" clId="{5AACD422-31E5-47B2-AD26-305E6FE20E71}" dt="2026-07-04T01:16:28.054" v="102" actId="26606"/>
          <ac:spMkLst>
            <pc:docMk/>
            <pc:sldMk cId="0" sldId="260"/>
            <ac:spMk id="28" creationId="{00000000-0000-0000-0000-000000000000}"/>
          </ac:spMkLst>
        </pc:spChg>
        <pc:spChg chg="add del mod replId">
          <ac:chgData name="Adriana Shinoda" userId="a4c2ea6b5bd42b3c" providerId="LiveId" clId="{5AACD422-31E5-47B2-AD26-305E6FE20E71}" dt="2026-07-03T23:22:13.600" v="35" actId="26606"/>
          <ac:spMkLst>
            <pc:docMk/>
            <pc:sldMk cId="0" sldId="260"/>
            <ac:spMk id="29" creationId="{00000000-0000-0000-0000-000000000000}"/>
          </ac:spMkLst>
        </pc:spChg>
        <pc:spChg chg="add del">
          <ac:chgData name="Adriana Shinoda" userId="a4c2ea6b5bd42b3c" providerId="LiveId" clId="{5AACD422-31E5-47B2-AD26-305E6FE20E71}" dt="2026-07-04T01:16:28.533" v="103" actId="26606"/>
          <ac:spMkLst>
            <pc:docMk/>
            <pc:sldMk cId="0" sldId="260"/>
            <ac:spMk id="31" creationId="{B8CF6289-001E-6384-56CE-16F582BBF14D}"/>
          </ac:spMkLst>
        </pc:spChg>
        <pc:spChg chg="add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0"/>
            <ac:spMk id="900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0"/>
            <ac:spMk id="902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0"/>
            <ac:spMk id="903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0"/>
            <ac:spMk id="904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0"/>
            <ac:spMk id="905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0:15:59.554" v="65" actId="26606"/>
          <ac:spMkLst>
            <pc:docMk/>
            <pc:sldMk cId="0" sldId="260"/>
            <ac:spMk id="906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0"/>
            <ac:spMk id="907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0"/>
            <ac:spMk id="908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0"/>
            <ac:spMk id="909" creationId="{00000000-0000-0000-0000-000000000000}"/>
          </ac:spMkLst>
        </pc:spChg>
        <pc:graphicFrameChg chg="mod replId">
          <ac:chgData name="Adriana Shinoda" userId="a4c2ea6b5bd42b3c" providerId="LiveId" clId="{5AACD422-31E5-47B2-AD26-305E6FE20E71}" dt="2026-07-03T23:22:12.751" v="34" actId="26606"/>
          <ac:graphicFrameMkLst>
            <pc:docMk/>
            <pc:sldMk cId="0" sldId="260"/>
            <ac:graphicFrameMk id="28" creationId="{00000000-0000-0000-0000-000000000000}"/>
          </ac:graphicFrameMkLst>
        </pc:graphicFrameChg>
        <pc:picChg chg="mod replId">
          <ac:chgData name="Adriana Shinoda" userId="a4c2ea6b5bd42b3c" providerId="LiveId" clId="{5AACD422-31E5-47B2-AD26-305E6FE20E71}" dt="2026-07-03T23:22:12.751" v="34" actId="26606"/>
          <ac:picMkLst>
            <pc:docMk/>
            <pc:sldMk cId="0" sldId="260"/>
            <ac:picMk id="27" creationId="{00000000-0000-0000-0000-000000000000}"/>
          </ac:picMkLst>
        </pc:picChg>
      </pc:sldChg>
      <pc:sldChg chg="addSp delSp modSp add mod modClrScheme chgLayout">
        <pc:chgData name="Adriana Shinoda" userId="a4c2ea6b5bd42b3c" providerId="LiveId" clId="{5AACD422-31E5-47B2-AD26-305E6FE20E71}" dt="2026-07-04T01:16:28.533" v="103" actId="26606"/>
        <pc:sldMkLst>
          <pc:docMk/>
          <pc:sldMk cId="0" sldId="261"/>
        </pc:sldMkLst>
        <pc:spChg chg="mod">
          <ac:chgData name="Adriana Shinoda" userId="a4c2ea6b5bd42b3c" providerId="LiveId" clId="{5AACD422-31E5-47B2-AD26-305E6FE20E71}" dt="2026-07-04T00:45:46.824" v="71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Adriana Shinoda" userId="a4c2ea6b5bd42b3c" providerId="LiveId" clId="{5AACD422-31E5-47B2-AD26-305E6FE20E71}" dt="2026-07-03T23:22:13.600" v="35" actId="26606"/>
          <ac:spMkLst>
            <pc:docMk/>
            <pc:sldMk cId="0" sldId="261"/>
            <ac:spMk id="3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1"/>
            <ac:spMk id="4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1"/>
            <ac:spMk id="6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1"/>
            <ac:spMk id="8" creationId="{00000000-0000-0000-0000-000000000000}"/>
          </ac:spMkLst>
        </pc:spChg>
        <pc:spChg chg="mod">
          <ac:chgData name="Adriana Shinoda" userId="a4c2ea6b5bd42b3c" providerId="LiveId" clId="{5AACD422-31E5-47B2-AD26-305E6FE20E71}" dt="2026-07-03T23:22:13.600" v="35" actId="26606"/>
          <ac:spMkLst>
            <pc:docMk/>
            <pc:sldMk cId="0" sldId="261"/>
            <ac:spMk id="9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1"/>
            <ac:spMk id="10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Adriana Shinoda" userId="a4c2ea6b5bd42b3c" providerId="LiveId" clId="{5AACD422-31E5-47B2-AD26-305E6FE20E71}" dt="2026-07-03T23:22:13.600" v="35" actId="2660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Adriana Shinoda" userId="a4c2ea6b5bd42b3c" providerId="LiveId" clId="{5AACD422-31E5-47B2-AD26-305E6FE20E71}" dt="2026-07-03T23:22:13.600" v="35" actId="26606"/>
          <ac:spMkLst>
            <pc:docMk/>
            <pc:sldMk cId="0" sldId="261"/>
            <ac:spMk id="14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Adriana Shinoda" userId="a4c2ea6b5bd42b3c" providerId="LiveId" clId="{5AACD422-31E5-47B2-AD26-305E6FE20E71}" dt="2026-07-03T23:22:13.600" v="35" actId="26606"/>
          <ac:spMkLst>
            <pc:docMk/>
            <pc:sldMk cId="0" sldId="261"/>
            <ac:spMk id="16" creationId="{00000000-0000-0000-0000-000000000000}"/>
          </ac:spMkLst>
        </pc:spChg>
        <pc:spChg chg="add">
          <ac:chgData name="Adriana Shinoda" userId="a4c2ea6b5bd42b3c" providerId="LiveId" clId="{5AACD422-31E5-47B2-AD26-305E6FE20E71}" dt="2026-07-03T23:22:13.600" v="35" actId="26606"/>
          <ac:spMkLst>
            <pc:docMk/>
            <pc:sldMk cId="0" sldId="261"/>
            <ac:spMk id="17" creationId="{00000000-0000-0000-0000-000000000000}"/>
          </ac:spMkLst>
        </pc:spChg>
        <pc:spChg chg="add del">
          <ac:chgData name="Adriana Shinoda" userId="a4c2ea6b5bd42b3c" providerId="LiveId" clId="{5AACD422-31E5-47B2-AD26-305E6FE20E71}" dt="2026-07-03T23:30:57.299" v="48" actId="478"/>
          <ac:spMkLst>
            <pc:docMk/>
            <pc:sldMk cId="0" sldId="261"/>
            <ac:spMk id="18" creationId="{00000000-0000-0000-0000-000000000000}"/>
          </ac:spMkLst>
        </pc:spChg>
        <pc:spChg chg="add">
          <ac:chgData name="Adriana Shinoda" userId="a4c2ea6b5bd42b3c" providerId="LiveId" clId="{5AACD422-31E5-47B2-AD26-305E6FE20E71}" dt="2026-07-03T23:30:57.936" v="49" actId="22"/>
          <ac:spMkLst>
            <pc:docMk/>
            <pc:sldMk cId="0" sldId="261"/>
            <ac:spMk id="20" creationId="{A0BF31A0-C255-524E-C747-1D5D788D6842}"/>
          </ac:spMkLst>
        </pc:spChg>
        <pc:spChg chg="add mod">
          <ac:chgData name="Adriana Shinoda" userId="a4c2ea6b5bd42b3c" providerId="LiveId" clId="{5AACD422-31E5-47B2-AD26-305E6FE20E71}" dt="2026-07-04T00:45:46.824" v="71" actId="26606"/>
          <ac:spMkLst>
            <pc:docMk/>
            <pc:sldMk cId="0" sldId="261"/>
            <ac:spMk id="25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1"/>
            <ac:spMk id="31" creationId="{3DD59E1F-CF5F-B2AB-CB8E-221F32123887}"/>
          </ac:spMkLst>
        </pc:spChg>
        <pc:spChg chg="ad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1"/>
            <ac:spMk id="201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1"/>
            <ac:spMk id="900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1"/>
            <ac:spMk id="901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1"/>
            <ac:spMk id="902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0:15:59.554" v="65" actId="26606"/>
          <ac:spMkLst>
            <pc:docMk/>
            <pc:sldMk cId="0" sldId="261"/>
            <ac:spMk id="903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1"/>
            <ac:spMk id="904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1"/>
            <ac:spMk id="905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0:15:59.554" v="65" actId="26606"/>
          <ac:spMkLst>
            <pc:docMk/>
            <pc:sldMk cId="0" sldId="261"/>
            <ac:spMk id="907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1"/>
            <ac:spMk id="908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0:15:59.554" v="65" actId="26606"/>
          <ac:spMkLst>
            <pc:docMk/>
            <pc:sldMk cId="0" sldId="261"/>
            <ac:spMk id="909" creationId="{00000000-0000-0000-0000-000000000000}"/>
          </ac:spMkLst>
        </pc:spChg>
        <pc:graphicFrameChg chg="mod replId">
          <ac:chgData name="Adriana Shinoda" userId="a4c2ea6b5bd42b3c" providerId="LiveId" clId="{5AACD422-31E5-47B2-AD26-305E6FE20E71}" dt="2026-07-04T01:16:28.054" v="102" actId="26606"/>
          <ac:graphicFrameMkLst>
            <pc:docMk/>
            <pc:sldMk cId="0" sldId="261"/>
            <ac:graphicFrameMk id="22" creationId="{00000000-0000-0000-0000-000000000000}"/>
          </ac:graphicFrameMkLst>
        </pc:graphicFrameChg>
        <pc:picChg chg="mod replId">
          <ac:chgData name="Adriana Shinoda" userId="a4c2ea6b5bd42b3c" providerId="LiveId" clId="{5AACD422-31E5-47B2-AD26-305E6FE20E71}" dt="2026-07-04T01:16:28.054" v="102" actId="26606"/>
          <ac:picMkLst>
            <pc:docMk/>
            <pc:sldMk cId="0" sldId="261"/>
            <ac:picMk id="21" creationId="{00000000-0000-0000-0000-000000000000}"/>
          </ac:picMkLst>
        </pc:picChg>
      </pc:sldChg>
      <pc:sldChg chg="addSp delSp modSp add mod modClrScheme chgLayout">
        <pc:chgData name="Adriana Shinoda" userId="a4c2ea6b5bd42b3c" providerId="LiveId" clId="{5AACD422-31E5-47B2-AD26-305E6FE20E71}" dt="2026-07-04T01:16:28.533" v="103" actId="26606"/>
        <pc:sldMkLst>
          <pc:docMk/>
          <pc:sldMk cId="0" sldId="262"/>
        </pc:sldMkLst>
        <pc:spChg chg="mod">
          <ac:chgData name="Adriana Shinoda" userId="a4c2ea6b5bd42b3c" providerId="LiveId" clId="{5AACD422-31E5-47B2-AD26-305E6FE20E71}" dt="2026-07-04T00:45:46.824" v="71" actId="26606"/>
          <ac:spMkLst>
            <pc:docMk/>
            <pc:sldMk cId="0" sldId="262"/>
            <ac:spMk id="2" creationId="{00000000-0000-0000-0000-000000000000}"/>
          </ac:spMkLst>
        </pc:spChg>
        <pc:spChg chg="mod">
          <ac:chgData name="Adriana Shinoda" userId="a4c2ea6b5bd42b3c" providerId="LiveId" clId="{5AACD422-31E5-47B2-AD26-305E6FE20E71}" dt="2026-07-03T23:22:13.600" v="35" actId="26606"/>
          <ac:spMkLst>
            <pc:docMk/>
            <pc:sldMk cId="0" sldId="262"/>
            <ac:spMk id="3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2"/>
            <ac:spMk id="4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2"/>
            <ac:spMk id="6" creationId="{00000000-0000-0000-0000-000000000000}"/>
          </ac:spMkLst>
        </pc:spChg>
        <pc:spChg chg="mod">
          <ac:chgData name="Adriana Shinoda" userId="a4c2ea6b5bd42b3c" providerId="LiveId" clId="{5AACD422-31E5-47B2-AD26-305E6FE20E71}" dt="2026-07-03T23:22:13.600" v="35" actId="26606"/>
          <ac:spMkLst>
            <pc:docMk/>
            <pc:sldMk cId="0" sldId="262"/>
            <ac:spMk id="9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2"/>
            <ac:spMk id="10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driana Shinoda" userId="a4c2ea6b5bd42b3c" providerId="LiveId" clId="{5AACD422-31E5-47B2-AD26-305E6FE20E71}" dt="2026-07-03T23:22:13.600" v="35" actId="2660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2"/>
            <ac:spMk id="16" creationId="{00000000-0000-0000-0000-000000000000}"/>
          </ac:spMkLst>
        </pc:spChg>
        <pc:spChg chg="add">
          <ac:chgData name="Adriana Shinoda" userId="a4c2ea6b5bd42b3c" providerId="LiveId" clId="{5AACD422-31E5-47B2-AD26-305E6FE20E71}" dt="2026-07-03T23:22:13.600" v="35" actId="26606"/>
          <ac:spMkLst>
            <pc:docMk/>
            <pc:sldMk cId="0" sldId="262"/>
            <ac:spMk id="17" creationId="{00000000-0000-0000-0000-000000000000}"/>
          </ac:spMkLst>
        </pc:spChg>
        <pc:spChg chg="add del">
          <ac:chgData name="Adriana Shinoda" userId="a4c2ea6b5bd42b3c" providerId="LiveId" clId="{5AACD422-31E5-47B2-AD26-305E6FE20E71}" dt="2026-07-04T01:16:28.533" v="103" actId="26606"/>
          <ac:spMkLst>
            <pc:docMk/>
            <pc:sldMk cId="0" sldId="262"/>
            <ac:spMk id="18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2"/>
            <ac:spMk id="21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2"/>
            <ac:spMk id="24" creationId="{00000000-0000-0000-0000-000000000000}"/>
          </ac:spMkLst>
        </pc:spChg>
        <pc:spChg chg="add mod replId">
          <ac:chgData name="Adriana Shinoda" userId="a4c2ea6b5bd42b3c" providerId="LiveId" clId="{5AACD422-31E5-47B2-AD26-305E6FE20E71}" dt="2026-07-04T01:16:28.054" v="102" actId="26606"/>
          <ac:spMkLst>
            <pc:docMk/>
            <pc:sldMk cId="0" sldId="262"/>
            <ac:spMk id="29" creationId="{00000000-0000-0000-0000-000000000000}"/>
          </ac:spMkLst>
        </pc:spChg>
        <pc:spChg chg="add mod replId">
          <ac:chgData name="Adriana Shinoda" userId="a4c2ea6b5bd42b3c" providerId="LiveId" clId="{5AACD422-31E5-47B2-AD26-305E6FE20E71}" dt="2026-07-04T01:16:28.054" v="102" actId="26606"/>
          <ac:spMkLst>
            <pc:docMk/>
            <pc:sldMk cId="0" sldId="262"/>
            <ac:spMk id="30" creationId="{8CF1D3AC-1944-C37C-8F1F-B3E7016443AA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2"/>
            <ac:spMk id="900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2"/>
            <ac:spMk id="901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2"/>
            <ac:spMk id="902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2"/>
            <ac:spMk id="903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2"/>
            <ac:spMk id="904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2"/>
            <ac:spMk id="905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2"/>
            <ac:spMk id="906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0:15:59.554" v="65" actId="26606"/>
          <ac:spMkLst>
            <pc:docMk/>
            <pc:sldMk cId="0" sldId="262"/>
            <ac:spMk id="907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2"/>
            <ac:spMk id="908" creationId="{00000000-0000-0000-0000-000000000000}"/>
          </ac:spMkLst>
        </pc:spChg>
        <pc:graphicFrameChg chg="mod replId">
          <ac:chgData name="Adriana Shinoda" userId="a4c2ea6b5bd42b3c" providerId="LiveId" clId="{5AACD422-31E5-47B2-AD26-305E6FE20E71}" dt="2026-07-04T01:16:28.054" v="102" actId="26606"/>
          <ac:graphicFrameMkLst>
            <pc:docMk/>
            <pc:sldMk cId="0" sldId="262"/>
            <ac:graphicFrameMk id="28" creationId="{00000000-0000-0000-0000-000000000000}"/>
          </ac:graphicFrameMkLst>
        </pc:graphicFrameChg>
        <pc:picChg chg="mod replId">
          <ac:chgData name="Adriana Shinoda" userId="a4c2ea6b5bd42b3c" providerId="LiveId" clId="{5AACD422-31E5-47B2-AD26-305E6FE20E71}" dt="2026-07-04T01:16:28.054" v="102" actId="26606"/>
          <ac:picMkLst>
            <pc:docMk/>
            <pc:sldMk cId="0" sldId="262"/>
            <ac:picMk id="26" creationId="{00000000-0000-0000-0000-000000000000}"/>
          </ac:picMkLst>
        </pc:picChg>
      </pc:sldChg>
      <pc:sldChg chg="addSp delSp modSp add mod modClrScheme chgLayout">
        <pc:chgData name="Adriana Shinoda" userId="a4c2ea6b5bd42b3c" providerId="LiveId" clId="{5AACD422-31E5-47B2-AD26-305E6FE20E71}" dt="2026-07-04T01:16:28.533" v="103" actId="26606"/>
        <pc:sldMkLst>
          <pc:docMk/>
          <pc:sldMk cId="0" sldId="263"/>
        </pc:sldMkLst>
        <pc:spChg chg="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3"/>
            <ac:spMk id="4" creationId="{00000000-0000-0000-0000-000000000000}"/>
          </ac:spMkLst>
        </pc:spChg>
        <pc:spChg chg="mod">
          <ac:chgData name="Adriana Shinoda" userId="a4c2ea6b5bd42b3c" providerId="LiveId" clId="{5AACD422-31E5-47B2-AD26-305E6FE20E71}" dt="2026-07-03T23:22:13.600" v="35" actId="26606"/>
          <ac:spMkLst>
            <pc:docMk/>
            <pc:sldMk cId="0" sldId="263"/>
            <ac:spMk id="6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3"/>
            <ac:spMk id="7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3"/>
            <ac:spMk id="8" creationId="{00000000-0000-0000-0000-000000000000}"/>
          </ac:spMkLst>
        </pc:spChg>
        <pc:spChg chg="mod">
          <ac:chgData name="Adriana Shinoda" userId="a4c2ea6b5bd42b3c" providerId="LiveId" clId="{5AACD422-31E5-47B2-AD26-305E6FE20E71}" dt="2026-07-03T23:22:13.600" v="35" actId="26606"/>
          <ac:spMkLst>
            <pc:docMk/>
            <pc:sldMk cId="0" sldId="263"/>
            <ac:spMk id="9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driana Shinoda" userId="a4c2ea6b5bd42b3c" providerId="LiveId" clId="{5AACD422-31E5-47B2-AD26-305E6FE20E71}" dt="2026-07-03T23:22:13.600" v="35" actId="26606"/>
          <ac:spMkLst>
            <pc:docMk/>
            <pc:sldMk cId="0" sldId="263"/>
            <ac:spMk id="13" creationId="{00000000-0000-0000-0000-000000000000}"/>
          </ac:spMkLst>
        </pc:spChg>
        <pc:spChg chg="del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3"/>
            <ac:spMk id="14" creationId="{00000000-0000-0000-0000-000000000000}"/>
          </ac:spMkLst>
        </pc:spChg>
        <pc:spChg chg="del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3"/>
            <ac:spMk id="16" creationId="{00000000-0000-0000-0000-000000000000}"/>
          </ac:spMkLst>
        </pc:spChg>
        <pc:spChg chg="add del">
          <ac:chgData name="Adriana Shinoda" userId="a4c2ea6b5bd42b3c" providerId="LiveId" clId="{5AACD422-31E5-47B2-AD26-305E6FE20E71}" dt="2026-07-04T01:16:28.533" v="103" actId="26606"/>
          <ac:spMkLst>
            <pc:docMk/>
            <pc:sldMk cId="0" sldId="263"/>
            <ac:spMk id="17" creationId="{00000000-0000-0000-0000-000000000000}"/>
          </ac:spMkLst>
        </pc:spChg>
        <pc:spChg chg="mod replId">
          <ac:chgData name="Adriana Shinoda" userId="a4c2ea6b5bd42b3c" providerId="LiveId" clId="{5AACD422-31E5-47B2-AD26-305E6FE20E71}" dt="2026-07-04T01:16:28.054" v="102" actId="26606"/>
          <ac:spMkLst>
            <pc:docMk/>
            <pc:sldMk cId="0" sldId="263"/>
            <ac:spMk id="18" creationId="{00000000-0000-0000-0000-000000000000}"/>
          </ac:spMkLst>
        </pc:spChg>
        <pc:spChg chg="add del">
          <ac:chgData name="Adriana Shinoda" userId="a4c2ea6b5bd42b3c" providerId="LiveId" clId="{5AACD422-31E5-47B2-AD26-305E6FE20E71}" dt="2026-07-03T23:31:06.429" v="52" actId="478"/>
          <ac:spMkLst>
            <pc:docMk/>
            <pc:sldMk cId="0" sldId="263"/>
            <ac:spMk id="18" creationId="{00000000-0000-0000-0000-000000000000}"/>
          </ac:spMkLst>
        </pc:spChg>
        <pc:spChg chg="del mod replI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3"/>
            <ac:spMk id="19" creationId="{00000000-0000-0000-0000-000000000000}"/>
          </ac:spMkLst>
        </pc:spChg>
        <pc:spChg chg="add">
          <ac:chgData name="Adriana Shinoda" userId="a4c2ea6b5bd42b3c" providerId="LiveId" clId="{5AACD422-31E5-47B2-AD26-305E6FE20E71}" dt="2026-07-03T23:31:07.055" v="53" actId="22"/>
          <ac:spMkLst>
            <pc:docMk/>
            <pc:sldMk cId="0" sldId="263"/>
            <ac:spMk id="20" creationId="{A002D037-28CF-5734-9197-7FAA13C819C4}"/>
          </ac:spMkLst>
        </pc:spChg>
        <pc:spChg chg="add mod">
          <ac:chgData name="Adriana Shinoda" userId="a4c2ea6b5bd42b3c" providerId="LiveId" clId="{5AACD422-31E5-47B2-AD26-305E6FE20E71}" dt="2026-07-04T00:45:46.824" v="71" actId="26606"/>
          <ac:spMkLst>
            <pc:docMk/>
            <pc:sldMk cId="0" sldId="263"/>
            <ac:spMk id="25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3"/>
            <ac:spMk id="900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3"/>
            <ac:spMk id="901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3"/>
            <ac:spMk id="902" creationId="{00000000-0000-0000-0000-000000000000}"/>
          </ac:spMkLst>
        </pc:spChg>
        <pc:spChg chg="add del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3"/>
            <ac:spMk id="903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0:15:59.554" v="65" actId="26606"/>
          <ac:spMkLst>
            <pc:docMk/>
            <pc:sldMk cId="0" sldId="263"/>
            <ac:spMk id="904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0:15:59.554" v="65" actId="26606"/>
          <ac:spMkLst>
            <pc:docMk/>
            <pc:sldMk cId="0" sldId="263"/>
            <ac:spMk id="905" creationId="{00000000-0000-0000-0000-000000000000}"/>
          </ac:spMkLst>
        </pc:spChg>
        <pc:spChg chg="add del">
          <ac:chgData name="Adriana Shinoda" userId="a4c2ea6b5bd42b3c" providerId="LiveId" clId="{5AACD422-31E5-47B2-AD26-305E6FE20E71}" dt="2026-07-04T01:16:28.533" v="103" actId="26606"/>
          <ac:spMkLst>
            <pc:docMk/>
            <pc:sldMk cId="0" sldId="263"/>
            <ac:spMk id="906" creationId="{00000000-0000-0000-0000-000000000000}"/>
          </ac:spMkLst>
        </pc:spChg>
        <pc:spChg chg="add del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3"/>
            <ac:spMk id="908" creationId="{00000000-0000-0000-0000-000000000000}"/>
          </ac:spMkLst>
        </pc:spChg>
        <pc:spChg chg="add del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3"/>
            <ac:spMk id="909" creationId="{00000000-0000-0000-0000-000000000000}"/>
          </ac:spMkLst>
        </pc:spChg>
        <pc:graphicFrameChg chg="add mod">
          <ac:chgData name="Adriana Shinoda" userId="a4c2ea6b5bd42b3c" providerId="LiveId" clId="{5AACD422-31E5-47B2-AD26-305E6FE20E71}" dt="2026-07-03T23:28:23.361" v="37" actId="26606"/>
          <ac:graphicFrameMkLst>
            <pc:docMk/>
            <pc:sldMk cId="0" sldId="263"/>
            <ac:graphicFrameMk id="15" creationId="{00000000-0000-0000-0000-000000000000}"/>
          </ac:graphicFrameMkLst>
        </pc:graphicFrameChg>
      </pc:sldChg>
      <pc:sldChg chg="addSp delSp modSp add mod modClrScheme chgLayout">
        <pc:chgData name="Adriana Shinoda" userId="a4c2ea6b5bd42b3c" providerId="LiveId" clId="{5AACD422-31E5-47B2-AD26-305E6FE20E71}" dt="2026-07-04T01:16:28.533" v="103" actId="26606"/>
        <pc:sldMkLst>
          <pc:docMk/>
          <pc:sldMk cId="0" sldId="264"/>
        </pc:sldMkLst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4"/>
            <ac:spMk id="2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4"/>
            <ac:spMk id="6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4"/>
            <ac:spMk id="7" creationId="{00000000-0000-0000-0000-000000000000}"/>
          </ac:spMkLst>
        </pc:spChg>
        <pc:spChg chg="add">
          <ac:chgData name="Adriana Shinoda" userId="a4c2ea6b5bd42b3c" providerId="LiveId" clId="{5AACD422-31E5-47B2-AD26-305E6FE20E71}" dt="2026-07-03T23:10:46.351" v="33" actId="26606"/>
          <ac:spMkLst>
            <pc:docMk/>
            <pc:sldMk cId="0" sldId="264"/>
            <ac:spMk id="8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3T23:22:13.600" v="35" actId="26606"/>
          <ac:spMkLst>
            <pc:docMk/>
            <pc:sldMk cId="0" sldId="264"/>
            <ac:spMk id="9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4"/>
            <ac:spMk id="13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4"/>
            <ac:spMk id="14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4"/>
            <ac:spMk id="16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4"/>
            <ac:spMk id="17" creationId="{00000000-0000-0000-0000-000000000000}"/>
          </ac:spMkLst>
        </pc:spChg>
        <pc:spChg chg="add del">
          <ac:chgData name="Adriana Shinoda" userId="a4c2ea6b5bd42b3c" providerId="LiveId" clId="{5AACD422-31E5-47B2-AD26-305E6FE20E71}" dt="2026-07-03T23:31:10.947" v="54" actId="478"/>
          <ac:spMkLst>
            <pc:docMk/>
            <pc:sldMk cId="0" sldId="264"/>
            <ac:spMk id="18" creationId="{00000000-0000-0000-0000-000000000000}"/>
          </ac:spMkLst>
        </pc:spChg>
        <pc:spChg chg="add mod replId">
          <ac:chgData name="Adriana Shinoda" userId="a4c2ea6b5bd42b3c" providerId="LiveId" clId="{5AACD422-31E5-47B2-AD26-305E6FE20E71}" dt="2026-07-04T01:16:28.054" v="102" actId="26606"/>
          <ac:spMkLst>
            <pc:docMk/>
            <pc:sldMk cId="0" sldId="264"/>
            <ac:spMk id="18" creationId="{DAB3BE22-CBC0-8E51-76F4-884F2EBCBA0A}"/>
          </ac:spMkLst>
        </pc:spChg>
        <pc:spChg chg="add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4"/>
            <ac:spMk id="25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4"/>
            <ac:spMk id="900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4"/>
            <ac:spMk id="901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4"/>
            <ac:spMk id="902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4"/>
            <ac:spMk id="903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4"/>
            <ac:spMk id="904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4"/>
            <ac:spMk id="905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4"/>
            <ac:spMk id="906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4"/>
            <ac:spMk id="907" creationId="{00000000-0000-0000-0000-000000000000}"/>
          </ac:spMkLst>
        </pc:spChg>
        <pc:graphicFrameChg chg="add mod">
          <ac:chgData name="Adriana Shinoda" userId="a4c2ea6b5bd42b3c" providerId="LiveId" clId="{5AACD422-31E5-47B2-AD26-305E6FE20E71}" dt="2026-07-03T23:28:23.361" v="37" actId="26606"/>
          <ac:graphicFrameMkLst>
            <pc:docMk/>
            <pc:sldMk cId="0" sldId="264"/>
            <ac:graphicFrameMk id="15" creationId="{00000000-0000-0000-0000-000000000000}"/>
          </ac:graphicFrameMkLst>
        </pc:graphicFrameChg>
        <pc:graphicFrameChg chg="mod replId modGraphic">
          <ac:chgData name="Adriana Shinoda" userId="a4c2ea6b5bd42b3c" providerId="LiveId" clId="{5AACD422-31E5-47B2-AD26-305E6FE20E71}" dt="2026-07-03T23:10:45.796" v="32" actId="26606"/>
          <ac:graphicFrameMkLst>
            <pc:docMk/>
            <pc:sldMk cId="0" sldId="264"/>
            <ac:graphicFrameMk id="17" creationId="{00000000-0000-0000-0000-000000000000}"/>
          </ac:graphicFrameMkLst>
        </pc:graphicFrameChg>
      </pc:sldChg>
      <pc:sldChg chg="addSp delSp modSp add mod modClrScheme chgLayout">
        <pc:chgData name="Adriana Shinoda" userId="a4c2ea6b5bd42b3c" providerId="LiveId" clId="{5AACD422-31E5-47B2-AD26-305E6FE20E71}" dt="2026-07-04T01:16:28.533" v="103" actId="26606"/>
        <pc:sldMkLst>
          <pc:docMk/>
          <pc:sldMk cId="0" sldId="265"/>
        </pc:sldMkLst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5"/>
            <ac:spMk id="2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5"/>
            <ac:spMk id="3" creationId="{00000000-0000-0000-0000-000000000000}"/>
          </ac:spMkLst>
        </pc:spChg>
        <pc:spChg chg="add del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5"/>
            <ac:spMk id="4" creationId="{00000000-0000-0000-0000-000000000000}"/>
          </ac:spMkLst>
        </pc:spChg>
        <pc:spChg chg="del">
          <ac:chgData name="Adriana Shinoda" userId="a4c2ea6b5bd42b3c" providerId="LiveId" clId="{5AACD422-31E5-47B2-AD26-305E6FE20E71}" dt="2026-07-03T23:10:46.351" v="33" actId="26606"/>
          <ac:spMkLst>
            <pc:docMk/>
            <pc:sldMk cId="0" sldId="265"/>
            <ac:spMk id="5" creationId="{00000000-0000-0000-0000-000000000000}"/>
          </ac:spMkLst>
        </pc:spChg>
        <pc:spChg chg="del">
          <ac:chgData name="Adriana Shinoda" userId="a4c2ea6b5bd42b3c" providerId="LiveId" clId="{5AACD422-31E5-47B2-AD26-305E6FE20E71}" dt="2026-07-03T23:10:46.351" v="33" actId="26606"/>
          <ac:spMkLst>
            <pc:docMk/>
            <pc:sldMk cId="0" sldId="265"/>
            <ac:spMk id="6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5"/>
            <ac:spMk id="7" creationId="{00000000-0000-0000-0000-000000000000}"/>
          </ac:spMkLst>
        </pc:spChg>
        <pc:spChg chg="add del">
          <ac:chgData name="Adriana Shinoda" userId="a4c2ea6b5bd42b3c" providerId="LiveId" clId="{5AACD422-31E5-47B2-AD26-305E6FE20E71}" dt="2026-07-03T23:22:13.600" v="35" actId="26606"/>
          <ac:spMkLst>
            <pc:docMk/>
            <pc:sldMk cId="0" sldId="265"/>
            <ac:spMk id="8" creationId="{00000000-0000-0000-0000-000000000000}"/>
          </ac:spMkLst>
        </pc:spChg>
        <pc:spChg chg="del mod">
          <ac:chgData name="Adriana Shinoda" userId="a4c2ea6b5bd42b3c" providerId="LiveId" clId="{5AACD422-31E5-47B2-AD26-305E6FE20E71}" dt="2026-07-03T23:10:46.351" v="33" actId="26606"/>
          <ac:spMkLst>
            <pc:docMk/>
            <pc:sldMk cId="0" sldId="265"/>
            <ac:spMk id="9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5"/>
            <ac:spMk id="10" creationId="{00000000-0000-0000-0000-000000000000}"/>
          </ac:spMkLst>
        </pc:spChg>
        <pc:spChg chg="add">
          <ac:chgData name="Adriana Shinoda" userId="a4c2ea6b5bd42b3c" providerId="LiveId" clId="{5AACD422-31E5-47B2-AD26-305E6FE20E71}" dt="2026-07-03T23:22:13.600" v="35" actId="26606"/>
          <ac:spMkLst>
            <pc:docMk/>
            <pc:sldMk cId="0" sldId="265"/>
            <ac:spMk id="12" creationId="{00000000-0000-0000-0000-000000000000}"/>
          </ac:spMkLst>
        </pc:spChg>
        <pc:spChg chg="del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5"/>
            <ac:spMk id="14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5"/>
            <ac:spMk id="16" creationId="{00000000-0000-0000-0000-000000000000}"/>
          </ac:spMkLst>
        </pc:spChg>
        <pc:spChg chg="add del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5"/>
            <ac:spMk id="17" creationId="{00000000-0000-0000-0000-000000000000}"/>
          </ac:spMkLst>
        </pc:spChg>
        <pc:spChg chg="add del">
          <ac:chgData name="Adriana Shinoda" userId="a4c2ea6b5bd42b3c" providerId="LiveId" clId="{5AACD422-31E5-47B2-AD26-305E6FE20E71}" dt="2026-07-03T23:31:18.370" v="56" actId="478"/>
          <ac:spMkLst>
            <pc:docMk/>
            <pc:sldMk cId="0" sldId="265"/>
            <ac:spMk id="18" creationId="{00000000-0000-0000-0000-000000000000}"/>
          </ac:spMkLst>
        </pc:spChg>
        <pc:spChg chg="del">
          <ac:chgData name="Adriana Shinoda" userId="a4c2ea6b5bd42b3c" providerId="LiveId" clId="{5AACD422-31E5-47B2-AD26-305E6FE20E71}" dt="2026-07-03T23:10:46.351" v="33" actId="26606"/>
          <ac:spMkLst>
            <pc:docMk/>
            <pc:sldMk cId="0" sldId="265"/>
            <ac:spMk id="19" creationId="{00000000-0000-0000-0000-000000000000}"/>
          </ac:spMkLst>
        </pc:spChg>
        <pc:spChg chg="mod replId">
          <ac:chgData name="Adriana Shinoda" userId="a4c2ea6b5bd42b3c" providerId="LiveId" clId="{5AACD422-31E5-47B2-AD26-305E6FE20E71}" dt="2026-07-03T23:10:45.796" v="32" actId="26606"/>
          <ac:spMkLst>
            <pc:docMk/>
            <pc:sldMk cId="0" sldId="265"/>
            <ac:spMk id="20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5"/>
            <ac:spMk id="20" creationId="{8CF1D3AC-1944-C37C-8F1F-B3E7016443AA}"/>
          </ac:spMkLst>
        </pc:spChg>
        <pc:spChg chg="add del">
          <ac:chgData name="Adriana Shinoda" userId="a4c2ea6b5bd42b3c" providerId="LiveId" clId="{5AACD422-31E5-47B2-AD26-305E6FE20E71}" dt="2026-07-04T01:16:28.533" v="103" actId="26606"/>
          <ac:spMkLst>
            <pc:docMk/>
            <pc:sldMk cId="0" sldId="265"/>
            <ac:spMk id="22" creationId="{10AAA77A-B56A-F6FC-B024-98390B181BEB}"/>
          </ac:spMkLst>
        </pc:spChg>
        <pc:spChg chg="add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5"/>
            <ac:spMk id="25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0:15:59.554" v="65" actId="26606"/>
          <ac:spMkLst>
            <pc:docMk/>
            <pc:sldMk cId="0" sldId="265"/>
            <ac:spMk id="900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5"/>
            <ac:spMk id="901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5"/>
            <ac:spMk id="902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0:15:59.554" v="65" actId="26606"/>
          <ac:spMkLst>
            <pc:docMk/>
            <pc:sldMk cId="0" sldId="265"/>
            <ac:spMk id="903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5"/>
            <ac:spMk id="904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5"/>
            <ac:spMk id="905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0:15:59.554" v="65" actId="26606"/>
          <ac:spMkLst>
            <pc:docMk/>
            <pc:sldMk cId="0" sldId="265"/>
            <ac:spMk id="906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5"/>
            <ac:spMk id="908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5"/>
            <ac:spMk id="909" creationId="{00000000-0000-0000-0000-000000000000}"/>
          </ac:spMkLst>
        </pc:spChg>
        <pc:graphicFrameChg chg="mod replId">
          <ac:chgData name="Adriana Shinoda" userId="a4c2ea6b5bd42b3c" providerId="LiveId" clId="{5AACD422-31E5-47B2-AD26-305E6FE20E71}" dt="2026-07-03T23:22:12.751" v="34" actId="26606"/>
          <ac:graphicFrameMkLst>
            <pc:docMk/>
            <pc:sldMk cId="0" sldId="265"/>
            <ac:graphicFrameMk id="18" creationId="{00000000-0000-0000-0000-000000000000}"/>
          </ac:graphicFrameMkLst>
        </pc:graphicFrameChg>
      </pc:sldChg>
      <pc:sldChg chg="addSp delSp modSp add mod modClrScheme chgLayout">
        <pc:chgData name="Adriana Shinoda" userId="a4c2ea6b5bd42b3c" providerId="LiveId" clId="{5AACD422-31E5-47B2-AD26-305E6FE20E71}" dt="2026-07-04T01:16:28.533" v="103" actId="26606"/>
        <pc:sldMkLst>
          <pc:docMk/>
          <pc:sldMk cId="0" sldId="266"/>
        </pc:sldMkLst>
        <pc:spChg chg="mod">
          <ac:chgData name="Adriana Shinoda" userId="a4c2ea6b5bd42b3c" providerId="LiveId" clId="{5AACD422-31E5-47B2-AD26-305E6FE20E71}" dt="2026-07-04T00:45:46.824" v="71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6"/>
            <ac:spMk id="4" creationId="{00000000-0000-0000-0000-000000000000}"/>
          </ac:spMkLst>
        </pc:spChg>
        <pc:spChg chg="add del">
          <ac:chgData name="Adriana Shinoda" userId="a4c2ea6b5bd42b3c" providerId="LiveId" clId="{5AACD422-31E5-47B2-AD26-305E6FE20E71}" dt="2026-07-03T23:31:22.542" v="58" actId="478"/>
          <ac:spMkLst>
            <pc:docMk/>
            <pc:sldMk cId="0" sldId="266"/>
            <ac:spMk id="5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6"/>
            <ac:spMk id="6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6"/>
            <ac:spMk id="7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6"/>
            <ac:spMk id="10" creationId="{00000000-0000-0000-0000-000000000000}"/>
          </ac:spMkLst>
        </pc:spChg>
        <pc:spChg chg="del">
          <ac:chgData name="Adriana Shinoda" userId="a4c2ea6b5bd42b3c" providerId="LiveId" clId="{5AACD422-31E5-47B2-AD26-305E6FE20E71}" dt="2026-07-03T23:22:13.600" v="35" actId="26606"/>
          <ac:spMkLst>
            <pc:docMk/>
            <pc:sldMk cId="0" sldId="266"/>
            <ac:spMk id="11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6"/>
            <ac:spMk id="12" creationId="{00000000-0000-0000-0000-000000000000}"/>
          </ac:spMkLst>
        </pc:spChg>
        <pc:spChg chg="del">
          <ac:chgData name="Adriana Shinoda" userId="a4c2ea6b5bd42b3c" providerId="LiveId" clId="{5AACD422-31E5-47B2-AD26-305E6FE20E71}" dt="2026-07-03T23:22:13.600" v="35" actId="26606"/>
          <ac:spMkLst>
            <pc:docMk/>
            <pc:sldMk cId="0" sldId="266"/>
            <ac:spMk id="13" creationId="{00000000-0000-0000-0000-000000000000}"/>
          </ac:spMkLst>
        </pc:spChg>
        <pc:spChg chg="del">
          <ac:chgData name="Adriana Shinoda" userId="a4c2ea6b5bd42b3c" providerId="LiveId" clId="{5AACD422-31E5-47B2-AD26-305E6FE20E71}" dt="2026-07-03T23:22:13.600" v="35" actId="26606"/>
          <ac:spMkLst>
            <pc:docMk/>
            <pc:sldMk cId="0" sldId="266"/>
            <ac:spMk id="14" creationId="{00000000-0000-0000-0000-000000000000}"/>
          </ac:spMkLst>
        </pc:spChg>
        <pc:spChg chg="del">
          <ac:chgData name="Adriana Shinoda" userId="a4c2ea6b5bd42b3c" providerId="LiveId" clId="{5AACD422-31E5-47B2-AD26-305E6FE20E71}" dt="2026-07-03T23:22:13.600" v="35" actId="26606"/>
          <ac:spMkLst>
            <pc:docMk/>
            <pc:sldMk cId="0" sldId="266"/>
            <ac:spMk id="15" creationId="{00000000-0000-0000-0000-000000000000}"/>
          </ac:spMkLst>
        </pc:spChg>
        <pc:spChg chg="del">
          <ac:chgData name="Adriana Shinoda" userId="a4c2ea6b5bd42b3c" providerId="LiveId" clId="{5AACD422-31E5-47B2-AD26-305E6FE20E71}" dt="2026-07-03T23:22:13.600" v="35" actId="26606"/>
          <ac:spMkLst>
            <pc:docMk/>
            <pc:sldMk cId="0" sldId="266"/>
            <ac:spMk id="16" creationId="{00000000-0000-0000-0000-000000000000}"/>
          </ac:spMkLst>
        </pc:spChg>
        <pc:spChg chg="add del">
          <ac:chgData name="Adriana Shinoda" userId="a4c2ea6b5bd42b3c" providerId="LiveId" clId="{5AACD422-31E5-47B2-AD26-305E6FE20E71}" dt="2026-07-04T01:16:28.533" v="103" actId="26606"/>
          <ac:spMkLst>
            <pc:docMk/>
            <pc:sldMk cId="0" sldId="266"/>
            <ac:spMk id="17" creationId="{00000000-0000-0000-0000-000000000000}"/>
          </ac:spMkLst>
        </pc:spChg>
        <pc:spChg chg="del">
          <ac:chgData name="Adriana Shinoda" userId="a4c2ea6b5bd42b3c" providerId="LiveId" clId="{5AACD422-31E5-47B2-AD26-305E6FE20E71}" dt="2026-07-03T23:22:13.600" v="35" actId="26606"/>
          <ac:spMkLst>
            <pc:docMk/>
            <pc:sldMk cId="0" sldId="266"/>
            <ac:spMk id="18" creationId="{00000000-0000-0000-0000-000000000000}"/>
          </ac:spMkLst>
        </pc:spChg>
        <pc:spChg chg="del mod replId">
          <ac:chgData name="Adriana Shinoda" userId="a4c2ea6b5bd42b3c" providerId="LiveId" clId="{5AACD422-31E5-47B2-AD26-305E6FE20E71}" dt="2026-07-03T23:22:13.600" v="35" actId="26606"/>
          <ac:spMkLst>
            <pc:docMk/>
            <pc:sldMk cId="0" sldId="266"/>
            <ac:spMk id="20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6"/>
            <ac:spMk id="20" creationId="{A002D037-28CF-5734-9197-7FAA13C819C4}"/>
          </ac:spMkLst>
        </pc:spChg>
        <pc:spChg chg="add">
          <ac:chgData name="Adriana Shinoda" userId="a4c2ea6b5bd42b3c" providerId="LiveId" clId="{5AACD422-31E5-47B2-AD26-305E6FE20E71}" dt="2026-07-03T23:31:23.280" v="59" actId="22"/>
          <ac:spMkLst>
            <pc:docMk/>
            <pc:sldMk cId="0" sldId="266"/>
            <ac:spMk id="22" creationId="{5FBC2BF9-2E7E-6B20-45E4-E6F68A1BC273}"/>
          </ac:spMkLst>
        </pc:spChg>
        <pc:spChg chg="add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6"/>
            <ac:spMk id="25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6"/>
            <ac:spMk id="901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6"/>
            <ac:spMk id="902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6"/>
            <ac:spMk id="903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6"/>
            <ac:spMk id="904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6"/>
            <ac:spMk id="905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6"/>
            <ac:spMk id="906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6"/>
            <ac:spMk id="907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0:15:59.554" v="65" actId="26606"/>
          <ac:spMkLst>
            <pc:docMk/>
            <pc:sldMk cId="0" sldId="266"/>
            <ac:spMk id="908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6"/>
            <ac:spMk id="909" creationId="{00000000-0000-0000-0000-000000000000}"/>
          </ac:spMkLst>
        </pc:spChg>
        <pc:graphicFrameChg chg="mod replId">
          <ac:chgData name="Adriana Shinoda" userId="a4c2ea6b5bd42b3c" providerId="LiveId" clId="{5AACD422-31E5-47B2-AD26-305E6FE20E71}" dt="2026-07-04T01:16:28.054" v="102" actId="26606"/>
          <ac:graphicFrameMkLst>
            <pc:docMk/>
            <pc:sldMk cId="0" sldId="266"/>
            <ac:graphicFrameMk id="18" creationId="{00000000-0000-0000-0000-000000000000}"/>
          </ac:graphicFrameMkLst>
        </pc:graphicFrameChg>
      </pc:sldChg>
      <pc:sldChg chg="addSp delSp modSp del mod replId">
        <pc:chgData name="Adriana Shinoda" userId="a4c2ea6b5bd42b3c" providerId="LiveId" clId="{5AACD422-31E5-47B2-AD26-305E6FE20E71}" dt="2026-07-03T22:55:56.520" v="23" actId="26606"/>
        <pc:sldMkLst>
          <pc:docMk/>
          <pc:sldMk cId="1009003255" sldId="266"/>
        </pc:sldMkLst>
        <pc:spChg chg="del mod">
          <ac:chgData name="Adriana Shinoda" userId="a4c2ea6b5bd42b3c" providerId="LiveId" clId="{5AACD422-31E5-47B2-AD26-305E6FE20E71}" dt="2026-07-03T22:40:35.103" v="20" actId="478"/>
          <ac:spMkLst>
            <pc:docMk/>
            <pc:sldMk cId="1009003255" sldId="266"/>
            <ac:spMk id="2" creationId="{8BFA10F9-34DA-51BD-5B77-113C8FFF46F3}"/>
          </ac:spMkLst>
        </pc:spChg>
        <pc:spChg chg="del mod">
          <ac:chgData name="Adriana Shinoda" userId="a4c2ea6b5bd42b3c" providerId="LiveId" clId="{5AACD422-31E5-47B2-AD26-305E6FE20E71}" dt="2026-07-03T22:40:37.660" v="21" actId="478"/>
          <ac:spMkLst>
            <pc:docMk/>
            <pc:sldMk cId="1009003255" sldId="266"/>
            <ac:spMk id="3" creationId="{F43D17E3-6E74-C75D-8AA5-8AE6CB3AC3E3}"/>
          </ac:spMkLst>
        </pc:spChg>
        <pc:spChg chg="add mod">
          <ac:chgData name="Adriana Shinoda" userId="a4c2ea6b5bd42b3c" providerId="LiveId" clId="{5AACD422-31E5-47B2-AD26-305E6FE20E71}" dt="2026-07-03T22:40:35.103" v="20" actId="478"/>
          <ac:spMkLst>
            <pc:docMk/>
            <pc:sldMk cId="1009003255" sldId="266"/>
            <ac:spMk id="5" creationId="{FFF39247-BDA1-5721-C877-A8CED1CA4498}"/>
          </ac:spMkLst>
        </pc:spChg>
        <pc:spChg chg="add mod">
          <ac:chgData name="Adriana Shinoda" userId="a4c2ea6b5bd42b3c" providerId="LiveId" clId="{5AACD422-31E5-47B2-AD26-305E6FE20E71}" dt="2026-07-03T22:40:37.660" v="21" actId="478"/>
          <ac:spMkLst>
            <pc:docMk/>
            <pc:sldMk cId="1009003255" sldId="266"/>
            <ac:spMk id="7" creationId="{685AD889-8E93-B466-7696-98CB7562DE77}"/>
          </ac:spMkLst>
        </pc:spChg>
      </pc:sldChg>
      <pc:sldChg chg="addSp delSp modSp add mod modClrScheme chgLayout">
        <pc:chgData name="Adriana Shinoda" userId="a4c2ea6b5bd42b3c" providerId="LiveId" clId="{5AACD422-31E5-47B2-AD26-305E6FE20E71}" dt="2026-07-04T01:16:28.533" v="103" actId="26606"/>
        <pc:sldMkLst>
          <pc:docMk/>
          <pc:sldMk cId="0" sldId="267"/>
        </pc:sldMkLst>
        <pc:spChg chg="mod">
          <ac:chgData name="Adriana Shinoda" userId="a4c2ea6b5bd42b3c" providerId="LiveId" clId="{5AACD422-31E5-47B2-AD26-305E6FE20E71}" dt="2026-07-04T00:45:46.824" v="71" actId="26606"/>
          <ac:spMkLst>
            <pc:docMk/>
            <pc:sldMk cId="0" sldId="267"/>
            <ac:spMk id="2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7"/>
            <ac:spMk id="3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7"/>
            <ac:spMk id="5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7"/>
            <ac:spMk id="9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7"/>
            <ac:spMk id="16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7"/>
            <ac:spMk id="17" creationId="{00000000-0000-0000-0000-000000000000}"/>
          </ac:spMkLst>
        </pc:spChg>
        <pc:spChg chg="del">
          <ac:chgData name="Adriana Shinoda" userId="a4c2ea6b5bd42b3c" providerId="LiveId" clId="{5AACD422-31E5-47B2-AD26-305E6FE20E71}" dt="2026-07-04T01:16:28.533" v="103" actId="26606"/>
          <ac:spMkLst>
            <pc:docMk/>
            <pc:sldMk cId="0" sldId="267"/>
            <ac:spMk id="19" creationId="{00000000-0000-0000-0000-000000000000}"/>
          </ac:spMkLst>
        </pc:spChg>
        <pc:spChg chg="add del">
          <ac:chgData name="Adriana Shinoda" userId="a4c2ea6b5bd42b3c" providerId="LiveId" clId="{5AACD422-31E5-47B2-AD26-305E6FE20E71}" dt="2026-07-03T23:31:27.060" v="60" actId="478"/>
          <ac:spMkLst>
            <pc:docMk/>
            <pc:sldMk cId="0" sldId="267"/>
            <ac:spMk id="20" creationId="{00000000-0000-0000-0000-000000000000}"/>
          </ac:spMkLst>
        </pc:spChg>
        <pc:spChg chg="del mod replId">
          <ac:chgData name="Adriana Shinoda" userId="a4c2ea6b5bd42b3c" providerId="LiveId" clId="{5AACD422-31E5-47B2-AD26-305E6FE20E71}" dt="2026-07-04T01:16:28.533" v="103" actId="26606"/>
          <ac:spMkLst>
            <pc:docMk/>
            <pc:sldMk cId="0" sldId="267"/>
            <ac:spMk id="21" creationId="{00000000-0000-0000-0000-000000000000}"/>
          </ac:spMkLst>
        </pc:spChg>
        <pc:spChg chg="add del">
          <ac:chgData name="Adriana Shinoda" userId="a4c2ea6b5bd42b3c" providerId="LiveId" clId="{5AACD422-31E5-47B2-AD26-305E6FE20E71}" dt="2026-07-04T01:16:28.533" v="103" actId="26606"/>
          <ac:spMkLst>
            <pc:docMk/>
            <pc:sldMk cId="0" sldId="267"/>
            <ac:spMk id="22" creationId="{DC1A9631-C895-C96F-664C-E56EAB071CE9}"/>
          </ac:spMkLst>
        </pc:spChg>
        <pc:spChg chg="mod replId">
          <ac:chgData name="Adriana Shinoda" userId="a4c2ea6b5bd42b3c" providerId="LiveId" clId="{5AACD422-31E5-47B2-AD26-305E6FE20E71}" dt="2026-07-04T01:16:28.054" v="102" actId="26606"/>
          <ac:spMkLst>
            <pc:docMk/>
            <pc:sldMk cId="0" sldId="267"/>
            <ac:spMk id="23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45:46.824" v="71" actId="26606"/>
          <ac:spMkLst>
            <pc:docMk/>
            <pc:sldMk cId="0" sldId="267"/>
            <ac:spMk id="25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7"/>
            <ac:spMk id="900" creationId="{00000000-0000-0000-0000-000000000000}"/>
          </ac:spMkLst>
        </pc:spChg>
        <pc:spChg chg="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7"/>
            <ac:spMk id="901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7"/>
            <ac:spMk id="902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7"/>
            <ac:spMk id="903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7"/>
            <ac:spMk id="904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7"/>
            <ac:spMk id="905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0:15:59.554" v="65" actId="26606"/>
          <ac:spMkLst>
            <pc:docMk/>
            <pc:sldMk cId="0" sldId="267"/>
            <ac:spMk id="906" creationId="{00000000-0000-0000-0000-000000000000}"/>
          </ac:spMkLst>
        </pc:spChg>
        <pc:spChg chg="add mod">
          <ac:chgData name="Adriana Shinoda" userId="a4c2ea6b5bd42b3c" providerId="LiveId" clId="{5AACD422-31E5-47B2-AD26-305E6FE20E71}" dt="2026-07-04T00:30:36.767" v="67" actId="26606"/>
          <ac:spMkLst>
            <pc:docMk/>
            <pc:sldMk cId="0" sldId="267"/>
            <ac:spMk id="907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0:15:59.554" v="65" actId="26606"/>
          <ac:spMkLst>
            <pc:docMk/>
            <pc:sldMk cId="0" sldId="267"/>
            <ac:spMk id="908" creationId="{00000000-0000-0000-0000-000000000000}"/>
          </ac:spMkLst>
        </pc:spChg>
        <pc:spChg chg="add">
          <ac:chgData name="Adriana Shinoda" userId="a4c2ea6b5bd42b3c" providerId="LiveId" clId="{5AACD422-31E5-47B2-AD26-305E6FE20E71}" dt="2026-07-04T00:15:59.554" v="65" actId="26606"/>
          <ac:spMkLst>
            <pc:docMk/>
            <pc:sldMk cId="0" sldId="267"/>
            <ac:spMk id="909" creationId="{00000000-0000-0000-0000-000000000000}"/>
          </ac:spMkLst>
        </pc:spChg>
      </pc:sldChg>
      <pc:sldChg chg="add">
        <pc:chgData name="Adriana Shinoda" userId="a4c2ea6b5bd42b3c" providerId="LiveId" clId="{5AACD422-31E5-47B2-AD26-305E6FE20E71}" dt="2026-07-04T01:16:28.533" v="103" actId="26606"/>
        <pc:sldMkLst>
          <pc:docMk/>
          <pc:sldMk cId="0" sldId="268"/>
        </pc:sldMkLst>
      </pc:sldChg>
      <pc:sldChg chg="add">
        <pc:chgData name="Adriana Shinoda" userId="a4c2ea6b5bd42b3c" providerId="LiveId" clId="{5AACD422-31E5-47B2-AD26-305E6FE20E71}" dt="2026-07-04T01:16:28.533" v="103" actId="26606"/>
        <pc:sldMkLst>
          <pc:docMk/>
          <pc:sldMk cId="0" sldId="269"/>
        </pc:sldMkLst>
      </pc:sldChg>
      <pc:sldChg chg="add">
        <pc:chgData name="Adriana Shinoda" userId="a4c2ea6b5bd42b3c" providerId="LiveId" clId="{5AACD422-31E5-47B2-AD26-305E6FE20E71}" dt="2026-07-04T01:16:28.533" v="103" actId="26606"/>
        <pc:sldMkLst>
          <pc:docMk/>
          <pc:sldMk cId="0" sldId="270"/>
        </pc:sldMkLst>
      </pc:sldChg>
      <pc:sldChg chg="add">
        <pc:chgData name="Adriana Shinoda" userId="a4c2ea6b5bd42b3c" providerId="LiveId" clId="{5AACD422-31E5-47B2-AD26-305E6FE20E71}" dt="2026-07-04T01:16:28.533" v="103" actId="26606"/>
        <pc:sldMkLst>
          <pc:docMk/>
          <pc:sldMk cId="0" sldId="271"/>
        </pc:sldMkLst>
      </pc:sldChg>
      <pc:sldChg chg="add">
        <pc:chgData name="Adriana Shinoda" userId="a4c2ea6b5bd42b3c" providerId="LiveId" clId="{5AACD422-31E5-47B2-AD26-305E6FE20E71}" dt="2026-07-04T01:16:28.533" v="103" actId="26606"/>
        <pc:sldMkLst>
          <pc:docMk/>
          <pc:sldMk cId="0" sldId="272"/>
        </pc:sldMkLst>
      </pc:sldChg>
      <pc:sldMasterChg chg="add addSldLayout delSldLayout modSldLayout sldLayoutOrd">
        <pc:chgData name="Adriana Shinoda" userId="a4c2ea6b5bd42b3c" providerId="LiveId" clId="{5AACD422-31E5-47B2-AD26-305E6FE20E71}" dt="2026-07-04T01:16:28.533" v="103" actId="26606"/>
        <pc:sldMasterMkLst>
          <pc:docMk/>
          <pc:sldMasterMk cId="0" sldId="2147483648"/>
        </pc:sldMasterMkLst>
        <pc:sldLayoutChg chg="mod ord">
          <pc:chgData name="Adriana Shinoda" userId="a4c2ea6b5bd42b3c" providerId="LiveId" clId="{5AACD422-31E5-47B2-AD26-305E6FE20E71}" dt="2026-07-04T01:16:28.533" v="103" actId="26606"/>
          <pc:sldLayoutMkLst>
            <pc:docMk/>
            <pc:sldMasterMk cId="0" sldId="2147483648"/>
            <pc:sldLayoutMk cId="0" sldId="2147483649"/>
          </pc:sldLayoutMkLst>
        </pc:sldLayoutChg>
        <pc:sldLayoutChg chg="modSp mod ord">
          <pc:chgData name="Adriana Shinoda" userId="a4c2ea6b5bd42b3c" providerId="LiveId" clId="{5AACD422-31E5-47B2-AD26-305E6FE20E71}" dt="2026-07-04T01:16:28.533" v="103" actId="26606"/>
          <pc:sldLayoutMkLst>
            <pc:docMk/>
            <pc:sldMasterMk cId="0" sldId="2147483648"/>
            <pc:sldLayoutMk cId="0" sldId="2147483650"/>
          </pc:sldLayoutMkLst>
          <pc:spChg chg="mod">
            <ac:chgData name="Adriana Shinoda" userId="a4c2ea6b5bd42b3c" providerId="LiveId" clId="{5AACD422-31E5-47B2-AD26-305E6FE20E71}" dt="2026-07-04T01:16:28.533" v="103" actId="26606"/>
            <ac:spMkLst>
              <pc:docMk/>
              <pc:sldMasterMk cId="0" sldId="2147483648"/>
              <pc:sldLayoutMk cId="0" sldId="2147483650"/>
              <ac:spMk id="3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4T01:16:28.533" v="103" actId="26606"/>
            <ac:spMkLst>
              <pc:docMk/>
              <pc:sldMasterMk cId="0" sldId="2147483648"/>
              <pc:sldLayoutMk cId="0" sldId="2147483650"/>
              <ac:spMk id="12" creationId="{00000000-0000-0000-0000-000000000000}"/>
            </ac:spMkLst>
          </pc:spChg>
        </pc:sldLayoutChg>
        <pc:sldLayoutChg chg="add">
          <pc:chgData name="Adriana Shinoda" userId="a4c2ea6b5bd42b3c" providerId="LiveId" clId="{5AACD422-31E5-47B2-AD26-305E6FE20E71}" dt="2026-07-04T01:16:28.533" v="103" actId="26606"/>
          <pc:sldLayoutMkLst>
            <pc:docMk/>
            <pc:sldMasterMk cId="0" sldId="2147483648"/>
            <pc:sldLayoutMk cId="0" sldId="2147483651"/>
          </pc:sldLayoutMkLst>
        </pc:sldLayoutChg>
        <pc:sldLayoutChg chg="modSp del mod ord">
          <pc:chgData name="Adriana Shinoda" userId="a4c2ea6b5bd42b3c" providerId="LiveId" clId="{5AACD422-31E5-47B2-AD26-305E6FE20E71}" dt="2026-07-04T01:16:28.533" v="103" actId="26606"/>
          <pc:sldLayoutMkLst>
            <pc:docMk/>
            <pc:sldMasterMk cId="0" sldId="2147483648"/>
            <pc:sldLayoutMk cId="0" sldId="2147483653"/>
          </pc:sldLayoutMkLst>
          <pc:spChg chg="mod">
            <ac:chgData name="Adriana Shinoda" userId="a4c2ea6b5bd42b3c" providerId="LiveId" clId="{5AACD422-31E5-47B2-AD26-305E6FE20E71}" dt="2026-07-04T01:16:28.533" v="103" actId="26606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4T01:16:28.533" v="103" actId="26606"/>
            <ac:spMkLst>
              <pc:docMk/>
              <pc:sldMasterMk cId="0" sldId="2147483648"/>
              <pc:sldLayoutMk cId="0" sldId="2147483653"/>
              <ac:spMk id="25" creationId="{00000000-0000-0000-0000-000000000000}"/>
            </ac:spMkLst>
          </pc:spChg>
        </pc:sldLayoutChg>
      </pc:sldMasterChg>
      <pc:sldMasterChg chg="add del replId addSldLayout delSldLayout modSldLayout sldLayoutOrd">
        <pc:chgData name="Adriana Shinoda" userId="a4c2ea6b5bd42b3c" providerId="LiveId" clId="{5AACD422-31E5-47B2-AD26-305E6FE20E71}" dt="2026-07-04T00:45:46.824" v="71" actId="26606"/>
        <pc:sldMasterMkLst>
          <pc:docMk/>
          <pc:sldMasterMk cId="0" sldId="2147483652"/>
        </pc:sldMasterMkLst>
        <pc:sldLayoutChg chg="mod ord">
          <pc:chgData name="Adriana Shinoda" userId="a4c2ea6b5bd42b3c" providerId="LiveId" clId="{5AACD422-31E5-47B2-AD26-305E6FE20E71}" dt="2026-07-04T00:39:27.027" v="69" actId="26606"/>
          <pc:sldLayoutMkLst>
            <pc:docMk/>
            <pc:sldMasterMk cId="0" sldId="2147483648"/>
            <pc:sldLayoutMk cId="0" sldId="2147483649"/>
          </pc:sldLayoutMkLst>
        </pc:sldLayoutChg>
        <pc:sldLayoutChg chg="add replId">
          <pc:chgData name="Adriana Shinoda" userId="a4c2ea6b5bd42b3c" providerId="LiveId" clId="{5AACD422-31E5-47B2-AD26-305E6FE20E71}" dt="2026-07-04T00:45:46.687" v="70" actId="26606"/>
          <pc:sldLayoutMkLst>
            <pc:docMk/>
            <pc:sldMasterMk cId="0" sldId="2147483652"/>
            <pc:sldLayoutMk cId="0" sldId="2147483653"/>
          </pc:sldLayoutMkLst>
        </pc:sldLayoutChg>
        <pc:sldLayoutChg chg="modSp del mod ord">
          <pc:chgData name="Adriana Shinoda" userId="a4c2ea6b5bd42b3c" providerId="LiveId" clId="{5AACD422-31E5-47B2-AD26-305E6FE20E71}" dt="2026-07-04T00:39:27.027" v="69" actId="26606"/>
          <pc:sldLayoutMkLst>
            <pc:docMk/>
            <pc:sldMasterMk cId="0" sldId="2147483652"/>
            <pc:sldLayoutMk cId="0" sldId="2147483653"/>
          </pc:sldLayoutMkLst>
          <pc:spChg chg="mod">
            <ac:chgData name="Adriana Shinoda" userId="a4c2ea6b5bd42b3c" providerId="LiveId" clId="{5AACD422-31E5-47B2-AD26-305E6FE20E71}" dt="2026-07-04T00:39:27.027" v="69" actId="26606"/>
            <ac:spMkLst>
              <pc:docMk/>
              <pc:sldMasterMk cId="0" sldId="2147483652"/>
              <pc:sldLayoutMk cId="0" sldId="2147483653"/>
              <ac:spMk id="3" creationId="{00000000-0000-0000-0000-000000000000}"/>
            </ac:spMkLst>
          </pc:spChg>
        </pc:sldLayoutChg>
        <pc:sldLayoutChg chg="modSp del mod ord">
          <pc:chgData name="Adriana Shinoda" userId="a4c2ea6b5bd42b3c" providerId="LiveId" clId="{5AACD422-31E5-47B2-AD26-305E6FE20E71}" dt="2026-07-04T00:39:27.027" v="69" actId="26606"/>
          <pc:sldLayoutMkLst>
            <pc:docMk/>
            <pc:sldMasterMk cId="0" sldId="2147483652"/>
            <pc:sldLayoutMk cId="0" sldId="2147483654"/>
          </pc:sldLayoutMkLst>
          <pc:spChg chg="mod">
            <ac:chgData name="Adriana Shinoda" userId="a4c2ea6b5bd42b3c" providerId="LiveId" clId="{5AACD422-31E5-47B2-AD26-305E6FE20E71}" dt="2026-07-04T00:39:27.027" v="69" actId="26606"/>
            <ac:spMkLst>
              <pc:docMk/>
              <pc:sldMasterMk cId="0" sldId="2147483652"/>
              <pc:sldLayoutMk cId="0" sldId="2147483654"/>
              <ac:spMk id="5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4T00:39:27.027" v="69" actId="26606"/>
            <ac:spMkLst>
              <pc:docMk/>
              <pc:sldMasterMk cId="0" sldId="2147483652"/>
              <pc:sldLayoutMk cId="0" sldId="2147483654"/>
              <ac:spMk id="25" creationId="{00000000-0000-0000-0000-000000000000}"/>
            </ac:spMkLst>
          </pc:spChg>
        </pc:sldLayoutChg>
        <pc:sldLayoutChg chg="add replId">
          <pc:chgData name="Adriana Shinoda" userId="a4c2ea6b5bd42b3c" providerId="LiveId" clId="{5AACD422-31E5-47B2-AD26-305E6FE20E71}" dt="2026-07-04T00:45:46.687" v="70" actId="26606"/>
          <pc:sldLayoutMkLst>
            <pc:docMk/>
            <pc:sldMasterMk cId="0" sldId="2147483652"/>
            <pc:sldLayoutMk cId="0" sldId="2147483654"/>
          </pc:sldLayoutMkLst>
        </pc:sldLayoutChg>
      </pc:sldMasterChg>
      <pc:sldMasterChg chg="add del replId addSldLayout delSldLayout modSldLayout sldLayoutOrd">
        <pc:chgData name="Adriana Shinoda" userId="a4c2ea6b5bd42b3c" providerId="LiveId" clId="{5AACD422-31E5-47B2-AD26-305E6FE20E71}" dt="2026-07-03T23:28:23.361" v="37" actId="26606"/>
        <pc:sldMasterMkLst>
          <pc:docMk/>
          <pc:sldMasterMk cId="0" sldId="2147483652"/>
        </pc:sldMasterMkLst>
        <pc:sldLayoutChg chg="mod ord">
          <pc:chgData name="Adriana Shinoda" userId="a4c2ea6b5bd42b3c" providerId="LiveId" clId="{5AACD422-31E5-47B2-AD26-305E6FE20E71}" dt="2026-07-03T23:22:13.600" v="35" actId="26606"/>
          <pc:sldLayoutMkLst>
            <pc:docMk/>
            <pc:sldMasterMk cId="0" sldId="2147483648"/>
            <pc:sldLayoutMk cId="0" sldId="2147483649"/>
          </pc:sldLayoutMkLst>
        </pc:sldLayoutChg>
        <pc:sldLayoutChg chg="modSp mod ord">
          <pc:chgData name="Adriana Shinoda" userId="a4c2ea6b5bd42b3c" providerId="LiveId" clId="{5AACD422-31E5-47B2-AD26-305E6FE20E71}" dt="2026-07-03T23:22:13.600" v="35" actId="26606"/>
          <pc:sldLayoutMkLst>
            <pc:docMk/>
            <pc:sldMasterMk cId="0" sldId="2147483652"/>
            <pc:sldLayoutMk cId="0" sldId="2147483653"/>
          </pc:sldLayoutMkLst>
          <pc:spChg chg="mod">
            <ac:chgData name="Adriana Shinoda" userId="a4c2ea6b5bd42b3c" providerId="LiveId" clId="{5AACD422-31E5-47B2-AD26-305E6FE20E71}" dt="2026-07-03T23:22:13.600" v="35" actId="26606"/>
            <ac:spMkLst>
              <pc:docMk/>
              <pc:sldMasterMk cId="0" sldId="2147483652"/>
              <pc:sldLayoutMk cId="0" sldId="2147483653"/>
              <ac:spMk id="3" creationId="{00000000-0000-0000-0000-000000000000}"/>
            </ac:spMkLst>
          </pc:spChg>
        </pc:sldLayoutChg>
        <pc:sldLayoutChg chg="modSp del mod ord">
          <pc:chgData name="Adriana Shinoda" userId="a4c2ea6b5bd42b3c" providerId="LiveId" clId="{5AACD422-31E5-47B2-AD26-305E6FE20E71}" dt="2026-07-03T23:22:13.600" v="35" actId="26606"/>
          <pc:sldLayoutMkLst>
            <pc:docMk/>
            <pc:sldMasterMk cId="0" sldId="2147483652"/>
            <pc:sldLayoutMk cId="0" sldId="2147483653"/>
          </pc:sldLayoutMkLst>
          <pc:spChg chg="mod">
            <ac:chgData name="Adriana Shinoda" userId="a4c2ea6b5bd42b3c" providerId="LiveId" clId="{5AACD422-31E5-47B2-AD26-305E6FE20E71}" dt="2026-07-03T23:22:13.600" v="35" actId="26606"/>
            <ac:spMkLst>
              <pc:docMk/>
              <pc:sldMasterMk cId="0" sldId="2147483652"/>
              <pc:sldLayoutMk cId="0" sldId="2147483653"/>
              <ac:spMk id="5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3:22:13.600" v="35" actId="26606"/>
            <ac:spMkLst>
              <pc:docMk/>
              <pc:sldMasterMk cId="0" sldId="2147483652"/>
              <pc:sldLayoutMk cId="0" sldId="2147483653"/>
              <ac:spMk id="25" creationId="{00000000-0000-0000-0000-000000000000}"/>
            </ac:spMkLst>
          </pc:spChg>
        </pc:sldLayoutChg>
        <pc:sldLayoutChg chg="add replId">
          <pc:chgData name="Adriana Shinoda" userId="a4c2ea6b5bd42b3c" providerId="LiveId" clId="{5AACD422-31E5-47B2-AD26-305E6FE20E71}" dt="2026-07-03T23:28:23.272" v="36" actId="26606"/>
          <pc:sldLayoutMkLst>
            <pc:docMk/>
            <pc:sldMasterMk cId="0" sldId="2147483652"/>
            <pc:sldLayoutMk cId="0" sldId="2147483653"/>
          </pc:sldLayoutMkLst>
        </pc:sldLayoutChg>
      </pc:sldMasterChg>
      <pc:sldMasterChg chg="add del replId addSldLayout delSldLayout modSldLayout sldLayoutOrd">
        <pc:chgData name="Adriana Shinoda" userId="a4c2ea6b5bd42b3c" providerId="LiveId" clId="{5AACD422-31E5-47B2-AD26-305E6FE20E71}" dt="2026-07-03T23:05:10.290" v="29" actId="26606"/>
        <pc:sldMasterMkLst>
          <pc:docMk/>
          <pc:sldMasterMk cId="0" sldId="2147483652"/>
        </pc:sldMasterMkLst>
        <pc:sldLayoutChg chg="add">
          <pc:chgData name="Adriana Shinoda" userId="a4c2ea6b5bd42b3c" providerId="LiveId" clId="{5AACD422-31E5-47B2-AD26-305E6FE20E71}" dt="2026-07-03T22:55:56.520" v="23" actId="26606"/>
          <pc:sldLayoutMkLst>
            <pc:docMk/>
            <pc:sldMasterMk cId="0" sldId="2147483648"/>
            <pc:sldLayoutMk cId="0" sldId="2147483649"/>
          </pc:sldLayoutMkLst>
        </pc:sldLayoutChg>
        <pc:sldLayoutChg chg="add replId">
          <pc:chgData name="Adriana Shinoda" userId="a4c2ea6b5bd42b3c" providerId="LiveId" clId="{5AACD422-31E5-47B2-AD26-305E6FE20E71}" dt="2026-07-03T23:05:10.001" v="28" actId="26606"/>
          <pc:sldLayoutMkLst>
            <pc:docMk/>
            <pc:sldMasterMk cId="0" sldId="2147483652"/>
            <pc:sldLayoutMk cId="0" sldId="2147483653"/>
          </pc:sldLayoutMkLst>
        </pc:sldLayoutChg>
        <pc:sldLayoutChg chg="add">
          <pc:chgData name="Adriana Shinoda" userId="a4c2ea6b5bd42b3c" providerId="LiveId" clId="{5AACD422-31E5-47B2-AD26-305E6FE20E71}" dt="2026-07-03T22:55:56.520" v="23" actId="26606"/>
          <pc:sldLayoutMkLst>
            <pc:docMk/>
            <pc:sldMasterMk cId="0" sldId="2147483652"/>
            <pc:sldLayoutMk cId="0" sldId="2147483653"/>
          </pc:sldLayoutMkLst>
        </pc:sldLayoutChg>
        <pc:sldLayoutChg chg="modSp del mod ord">
          <pc:chgData name="Adriana Shinoda" userId="a4c2ea6b5bd42b3c" providerId="LiveId" clId="{5AACD422-31E5-47B2-AD26-305E6FE20E71}" dt="2026-07-03T22:55:56.520" v="23" actId="26606"/>
          <pc:sldLayoutMkLst>
            <pc:docMk/>
            <pc:sldMasterMk cId="0" sldId="2147483652"/>
            <pc:sldLayoutMk cId="1395320720" sldId="2147483661"/>
          </pc:sldLayoutMkLst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1395320720" sldId="2147483661"/>
              <ac:spMk id="2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1395320720" sldId="2147483661"/>
              <ac:spMk id="3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1395320720" sldId="2147483661"/>
              <ac:spMk id="4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1395320720" sldId="2147483661"/>
              <ac:spMk id="5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1395320720" sldId="2147483661"/>
              <ac:spMk id="6" creationId="{00000000-0000-0000-0000-000000000000}"/>
            </ac:spMkLst>
          </pc:spChg>
        </pc:sldLayoutChg>
        <pc:sldLayoutChg chg="modSp del mod ord">
          <pc:chgData name="Adriana Shinoda" userId="a4c2ea6b5bd42b3c" providerId="LiveId" clId="{5AACD422-31E5-47B2-AD26-305E6FE20E71}" dt="2026-07-03T22:55:56.520" v="23" actId="26606"/>
          <pc:sldLayoutMkLst>
            <pc:docMk/>
            <pc:sldMasterMk cId="0" sldId="2147483652"/>
            <pc:sldLayoutMk cId="93494958" sldId="2147483662"/>
          </pc:sldLayoutMkLst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93494958" sldId="2147483662"/>
              <ac:spMk id="2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93494958" sldId="2147483662"/>
              <ac:spMk id="3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93494958" sldId="2147483662"/>
              <ac:spMk id="4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93494958" sldId="2147483662"/>
              <ac:spMk id="5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93494958" sldId="2147483662"/>
              <ac:spMk id="6" creationId="{00000000-0000-0000-0000-000000000000}"/>
            </ac:spMkLst>
          </pc:spChg>
        </pc:sldLayoutChg>
        <pc:sldLayoutChg chg="modSp del mod ord">
          <pc:chgData name="Adriana Shinoda" userId="a4c2ea6b5bd42b3c" providerId="LiveId" clId="{5AACD422-31E5-47B2-AD26-305E6FE20E71}" dt="2026-07-03T22:55:56.520" v="23" actId="26606"/>
          <pc:sldLayoutMkLst>
            <pc:docMk/>
            <pc:sldMasterMk cId="0" sldId="2147483652"/>
            <pc:sldLayoutMk cId="75741676" sldId="2147483663"/>
          </pc:sldLayoutMkLst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75741676" sldId="2147483663"/>
              <ac:spMk id="2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75741676" sldId="2147483663"/>
              <ac:spMk id="3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75741676" sldId="2147483663"/>
              <ac:spMk id="4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75741676" sldId="2147483663"/>
              <ac:spMk id="5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75741676" sldId="2147483663"/>
              <ac:spMk id="6" creationId="{00000000-0000-0000-0000-000000000000}"/>
            </ac:spMkLst>
          </pc:spChg>
        </pc:sldLayoutChg>
        <pc:sldLayoutChg chg="modSp del mod ord">
          <pc:chgData name="Adriana Shinoda" userId="a4c2ea6b5bd42b3c" providerId="LiveId" clId="{5AACD422-31E5-47B2-AD26-305E6FE20E71}" dt="2026-07-03T22:55:56.520" v="23" actId="26606"/>
          <pc:sldLayoutMkLst>
            <pc:docMk/>
            <pc:sldMasterMk cId="0" sldId="2147483652"/>
            <pc:sldLayoutMk cId="3850527149" sldId="2147483664"/>
          </pc:sldLayoutMkLst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3850527149" sldId="2147483664"/>
              <ac:spMk id="2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3850527149" sldId="2147483664"/>
              <ac:spMk id="3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3850527149" sldId="2147483664"/>
              <ac:spMk id="4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3850527149" sldId="2147483664"/>
              <ac:spMk id="5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3850527149" sldId="2147483664"/>
              <ac:spMk id="6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3850527149" sldId="2147483664"/>
              <ac:spMk id="7" creationId="{00000000-0000-0000-0000-000000000000}"/>
            </ac:spMkLst>
          </pc:spChg>
        </pc:sldLayoutChg>
        <pc:sldLayoutChg chg="modSp del mod ord">
          <pc:chgData name="Adriana Shinoda" userId="a4c2ea6b5bd42b3c" providerId="LiveId" clId="{5AACD422-31E5-47B2-AD26-305E6FE20E71}" dt="2026-07-03T22:55:56.520" v="23" actId="26606"/>
          <pc:sldLayoutMkLst>
            <pc:docMk/>
            <pc:sldMasterMk cId="0" sldId="2147483652"/>
            <pc:sldLayoutMk cId="3792042375" sldId="2147483665"/>
          </pc:sldLayoutMkLst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3792042375" sldId="2147483665"/>
              <ac:spMk id="2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3792042375" sldId="2147483665"/>
              <ac:spMk id="3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3792042375" sldId="2147483665"/>
              <ac:spMk id="4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3792042375" sldId="2147483665"/>
              <ac:spMk id="5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3792042375" sldId="2147483665"/>
              <ac:spMk id="6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3792042375" sldId="2147483665"/>
              <ac:spMk id="7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3792042375" sldId="2147483665"/>
              <ac:spMk id="8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3792042375" sldId="2147483665"/>
              <ac:spMk id="9" creationId="{00000000-0000-0000-0000-000000000000}"/>
            </ac:spMkLst>
          </pc:spChg>
        </pc:sldLayoutChg>
        <pc:sldLayoutChg chg="modSp del mod ord">
          <pc:chgData name="Adriana Shinoda" userId="a4c2ea6b5bd42b3c" providerId="LiveId" clId="{5AACD422-31E5-47B2-AD26-305E6FE20E71}" dt="2026-07-03T22:55:56.520" v="23" actId="26606"/>
          <pc:sldLayoutMkLst>
            <pc:docMk/>
            <pc:sldMasterMk cId="0" sldId="2147483652"/>
            <pc:sldLayoutMk cId="817108764" sldId="2147483666"/>
          </pc:sldLayoutMkLst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817108764" sldId="2147483666"/>
              <ac:spMk id="2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817108764" sldId="2147483666"/>
              <ac:spMk id="3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817108764" sldId="2147483666"/>
              <ac:spMk id="4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817108764" sldId="2147483666"/>
              <ac:spMk id="5" creationId="{00000000-0000-0000-0000-000000000000}"/>
            </ac:spMkLst>
          </pc:spChg>
        </pc:sldLayoutChg>
        <pc:sldLayoutChg chg="modSp del mod ord">
          <pc:chgData name="Adriana Shinoda" userId="a4c2ea6b5bd42b3c" providerId="LiveId" clId="{5AACD422-31E5-47B2-AD26-305E6FE20E71}" dt="2026-07-03T22:55:56.520" v="23" actId="26606"/>
          <pc:sldLayoutMkLst>
            <pc:docMk/>
            <pc:sldMasterMk cId="0" sldId="2147483652"/>
            <pc:sldLayoutMk cId="2440768013" sldId="2147483667"/>
          </pc:sldLayoutMkLst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2440768013" sldId="2147483667"/>
              <ac:spMk id="2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2440768013" sldId="2147483667"/>
              <ac:spMk id="3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2440768013" sldId="2147483667"/>
              <ac:spMk id="4" creationId="{00000000-0000-0000-0000-000000000000}"/>
            </ac:spMkLst>
          </pc:spChg>
        </pc:sldLayoutChg>
        <pc:sldLayoutChg chg="modSp del mod ord">
          <pc:chgData name="Adriana Shinoda" userId="a4c2ea6b5bd42b3c" providerId="LiveId" clId="{5AACD422-31E5-47B2-AD26-305E6FE20E71}" dt="2026-07-03T22:55:56.520" v="23" actId="26606"/>
          <pc:sldLayoutMkLst>
            <pc:docMk/>
            <pc:sldMasterMk cId="0" sldId="2147483652"/>
            <pc:sldLayoutMk cId="1042252622" sldId="2147483668"/>
          </pc:sldLayoutMkLst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1042252622" sldId="2147483668"/>
              <ac:spMk id="2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1042252622" sldId="2147483668"/>
              <ac:spMk id="3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1042252622" sldId="2147483668"/>
              <ac:spMk id="4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1042252622" sldId="2147483668"/>
              <ac:spMk id="5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1042252622" sldId="2147483668"/>
              <ac:spMk id="6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1042252622" sldId="2147483668"/>
              <ac:spMk id="7" creationId="{00000000-0000-0000-0000-000000000000}"/>
            </ac:spMkLst>
          </pc:spChg>
        </pc:sldLayoutChg>
        <pc:sldLayoutChg chg="modSp del mod ord">
          <pc:chgData name="Adriana Shinoda" userId="a4c2ea6b5bd42b3c" providerId="LiveId" clId="{5AACD422-31E5-47B2-AD26-305E6FE20E71}" dt="2026-07-03T22:55:56.520" v="23" actId="26606"/>
          <pc:sldLayoutMkLst>
            <pc:docMk/>
            <pc:sldMasterMk cId="0" sldId="2147483652"/>
            <pc:sldLayoutMk cId="255689857" sldId="2147483669"/>
          </pc:sldLayoutMkLst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255689857" sldId="2147483669"/>
              <ac:spMk id="2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255689857" sldId="2147483669"/>
              <ac:spMk id="3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255689857" sldId="2147483669"/>
              <ac:spMk id="4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255689857" sldId="2147483669"/>
              <ac:spMk id="5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255689857" sldId="2147483669"/>
              <ac:spMk id="6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255689857" sldId="2147483669"/>
              <ac:spMk id="7" creationId="{00000000-0000-0000-0000-000000000000}"/>
            </ac:spMkLst>
          </pc:spChg>
        </pc:sldLayoutChg>
        <pc:sldLayoutChg chg="modSp del mod ord">
          <pc:chgData name="Adriana Shinoda" userId="a4c2ea6b5bd42b3c" providerId="LiveId" clId="{5AACD422-31E5-47B2-AD26-305E6FE20E71}" dt="2026-07-03T22:55:56.520" v="23" actId="26606"/>
          <pc:sldLayoutMkLst>
            <pc:docMk/>
            <pc:sldMasterMk cId="0" sldId="2147483652"/>
            <pc:sldLayoutMk cId="3452503817" sldId="2147483670"/>
          </pc:sldLayoutMkLst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3452503817" sldId="2147483670"/>
              <ac:spMk id="2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3452503817" sldId="2147483670"/>
              <ac:spMk id="3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3452503817" sldId="2147483670"/>
              <ac:spMk id="4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3452503817" sldId="2147483670"/>
              <ac:spMk id="5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3452503817" sldId="2147483670"/>
              <ac:spMk id="6" creationId="{00000000-0000-0000-0000-000000000000}"/>
            </ac:spMkLst>
          </pc:spChg>
        </pc:sldLayoutChg>
        <pc:sldLayoutChg chg="modSp del mod ord">
          <pc:chgData name="Adriana Shinoda" userId="a4c2ea6b5bd42b3c" providerId="LiveId" clId="{5AACD422-31E5-47B2-AD26-305E6FE20E71}" dt="2026-07-03T22:55:56.520" v="23" actId="26606"/>
          <pc:sldLayoutMkLst>
            <pc:docMk/>
            <pc:sldMasterMk cId="0" sldId="2147483652"/>
            <pc:sldLayoutMk cId="835445387" sldId="2147483671"/>
          </pc:sldLayoutMkLst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835445387" sldId="2147483671"/>
              <ac:spMk id="2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835445387" sldId="2147483671"/>
              <ac:spMk id="3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835445387" sldId="2147483671"/>
              <ac:spMk id="4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835445387" sldId="2147483671"/>
              <ac:spMk id="5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2:55:56.520" v="23" actId="26606"/>
            <ac:spMkLst>
              <pc:docMk/>
              <pc:sldMasterMk cId="0" sldId="2147483652"/>
              <pc:sldLayoutMk cId="835445387" sldId="2147483671"/>
              <ac:spMk id="6" creationId="{00000000-0000-0000-0000-000000000000}"/>
            </ac:spMkLst>
          </pc:spChg>
        </pc:sldLayoutChg>
      </pc:sldMasterChg>
      <pc:sldMasterChg chg="add del replId addSldLayout delSldLayout modSldLayout sldLayoutOrd">
        <pc:chgData name="Adriana Shinoda" userId="a4c2ea6b5bd42b3c" providerId="LiveId" clId="{5AACD422-31E5-47B2-AD26-305E6FE20E71}" dt="2026-07-03T23:22:13.600" v="35" actId="26606"/>
        <pc:sldMasterMkLst>
          <pc:docMk/>
          <pc:sldMasterMk cId="0" sldId="2147483652"/>
        </pc:sldMasterMkLst>
        <pc:sldLayoutChg chg="mod ord">
          <pc:chgData name="Adriana Shinoda" userId="a4c2ea6b5bd42b3c" providerId="LiveId" clId="{5AACD422-31E5-47B2-AD26-305E6FE20E71}" dt="2026-07-03T23:10:46.351" v="33" actId="26606"/>
          <pc:sldLayoutMkLst>
            <pc:docMk/>
            <pc:sldMasterMk cId="0" sldId="2147483648"/>
            <pc:sldLayoutMk cId="0" sldId="2147483649"/>
          </pc:sldLayoutMkLst>
        </pc:sldLayoutChg>
        <pc:sldLayoutChg chg="modSp mod ord">
          <pc:chgData name="Adriana Shinoda" userId="a4c2ea6b5bd42b3c" providerId="LiveId" clId="{5AACD422-31E5-47B2-AD26-305E6FE20E71}" dt="2026-07-03T23:10:46.351" v="33" actId="26606"/>
          <pc:sldLayoutMkLst>
            <pc:docMk/>
            <pc:sldMasterMk cId="0" sldId="2147483652"/>
            <pc:sldLayoutMk cId="0" sldId="2147483653"/>
          </pc:sldLayoutMkLst>
          <pc:spChg chg="mod">
            <ac:chgData name="Adriana Shinoda" userId="a4c2ea6b5bd42b3c" providerId="LiveId" clId="{5AACD422-31E5-47B2-AD26-305E6FE20E71}" dt="2026-07-03T23:10:46.351" v="33" actId="26606"/>
            <ac:spMkLst>
              <pc:docMk/>
              <pc:sldMasterMk cId="0" sldId="2147483652"/>
              <pc:sldLayoutMk cId="0" sldId="2147483653"/>
              <ac:spMk id="3" creationId="{00000000-0000-0000-0000-000000000000}"/>
            </ac:spMkLst>
          </pc:spChg>
        </pc:sldLayoutChg>
        <pc:sldLayoutChg chg="add replId">
          <pc:chgData name="Adriana Shinoda" userId="a4c2ea6b5bd42b3c" providerId="LiveId" clId="{5AACD422-31E5-47B2-AD26-305E6FE20E71}" dt="2026-07-03T23:22:12.751" v="34" actId="26606"/>
          <pc:sldLayoutMkLst>
            <pc:docMk/>
            <pc:sldMasterMk cId="0" sldId="2147483652"/>
            <pc:sldLayoutMk cId="0" sldId="2147483653"/>
          </pc:sldLayoutMkLst>
        </pc:sldLayoutChg>
        <pc:sldLayoutChg chg="modSp del mod ord">
          <pc:chgData name="Adriana Shinoda" userId="a4c2ea6b5bd42b3c" providerId="LiveId" clId="{5AACD422-31E5-47B2-AD26-305E6FE20E71}" dt="2026-07-03T23:10:46.351" v="33" actId="26606"/>
          <pc:sldLayoutMkLst>
            <pc:docMk/>
            <pc:sldMasterMk cId="0" sldId="2147483652"/>
            <pc:sldLayoutMk cId="0" sldId="2147483653"/>
          </pc:sldLayoutMkLst>
          <pc:spChg chg="mod">
            <ac:chgData name="Adriana Shinoda" userId="a4c2ea6b5bd42b3c" providerId="LiveId" clId="{5AACD422-31E5-47B2-AD26-305E6FE20E71}" dt="2026-07-03T23:10:46.351" v="33" actId="26606"/>
            <ac:spMkLst>
              <pc:docMk/>
              <pc:sldMasterMk cId="0" sldId="2147483652"/>
              <pc:sldLayoutMk cId="0" sldId="2147483653"/>
              <ac:spMk id="5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3:10:46.351" v="33" actId="26606"/>
            <ac:spMkLst>
              <pc:docMk/>
              <pc:sldMasterMk cId="0" sldId="2147483652"/>
              <pc:sldLayoutMk cId="0" sldId="2147483653"/>
              <ac:spMk id="25" creationId="{00000000-0000-0000-0000-000000000000}"/>
            </ac:spMkLst>
          </pc:spChg>
        </pc:sldLayoutChg>
      </pc:sldMasterChg>
      <pc:sldMasterChg chg="add del replId addSldLayout delSldLayout modSldLayout sldLayoutOrd">
        <pc:chgData name="Adriana Shinoda" userId="a4c2ea6b5bd42b3c" providerId="LiveId" clId="{5AACD422-31E5-47B2-AD26-305E6FE20E71}" dt="2026-07-04T01:16:28.533" v="103" actId="26606"/>
        <pc:sldMasterMkLst>
          <pc:docMk/>
          <pc:sldMasterMk cId="0" sldId="2147483652"/>
        </pc:sldMasterMkLst>
        <pc:sldLayoutChg chg="mod ord">
          <pc:chgData name="Adriana Shinoda" userId="a4c2ea6b5bd42b3c" providerId="LiveId" clId="{5AACD422-31E5-47B2-AD26-305E6FE20E71}" dt="2026-07-04T00:45:46.824" v="71" actId="26606"/>
          <pc:sldLayoutMkLst>
            <pc:docMk/>
            <pc:sldMasterMk cId="0" sldId="2147483648"/>
            <pc:sldLayoutMk cId="0" sldId="2147483649"/>
          </pc:sldLayoutMkLst>
        </pc:sldLayoutChg>
        <pc:sldLayoutChg chg="add">
          <pc:chgData name="Adriana Shinoda" userId="a4c2ea6b5bd42b3c" providerId="LiveId" clId="{5AACD422-31E5-47B2-AD26-305E6FE20E71}" dt="2026-07-04T00:45:46.824" v="71" actId="26606"/>
          <pc:sldLayoutMkLst>
            <pc:docMk/>
            <pc:sldMasterMk cId="0" sldId="2147483648"/>
            <pc:sldLayoutMk cId="0" sldId="2147483650"/>
          </pc:sldLayoutMkLst>
        </pc:sldLayoutChg>
        <pc:sldLayoutChg chg="modSp del mod ord">
          <pc:chgData name="Adriana Shinoda" userId="a4c2ea6b5bd42b3c" providerId="LiveId" clId="{5AACD422-31E5-47B2-AD26-305E6FE20E71}" dt="2026-07-04T00:45:46.824" v="71" actId="26606"/>
          <pc:sldLayoutMkLst>
            <pc:docMk/>
            <pc:sldMasterMk cId="0" sldId="2147483652"/>
            <pc:sldLayoutMk cId="0" sldId="2147483653"/>
          </pc:sldLayoutMkLst>
          <pc:spChg chg="mod">
            <ac:chgData name="Adriana Shinoda" userId="a4c2ea6b5bd42b3c" providerId="LiveId" clId="{5AACD422-31E5-47B2-AD26-305E6FE20E71}" dt="2026-07-04T00:45:46.824" v="71" actId="26606"/>
            <ac:spMkLst>
              <pc:docMk/>
              <pc:sldMasterMk cId="0" sldId="2147483652"/>
              <pc:sldLayoutMk cId="0" sldId="2147483653"/>
              <ac:spMk id="3" creationId="{00000000-0000-0000-0000-000000000000}"/>
            </ac:spMkLst>
          </pc:spChg>
        </pc:sldLayoutChg>
        <pc:sldLayoutChg chg="add replId">
          <pc:chgData name="Adriana Shinoda" userId="a4c2ea6b5bd42b3c" providerId="LiveId" clId="{5AACD422-31E5-47B2-AD26-305E6FE20E71}" dt="2026-07-04T01:16:28.054" v="102" actId="26606"/>
          <pc:sldLayoutMkLst>
            <pc:docMk/>
            <pc:sldMasterMk cId="0" sldId="2147483648"/>
            <pc:sldLayoutMk cId="0" sldId="2147483653"/>
          </pc:sldLayoutMkLst>
        </pc:sldLayoutChg>
        <pc:sldLayoutChg chg="modSp del mod ord">
          <pc:chgData name="Adriana Shinoda" userId="a4c2ea6b5bd42b3c" providerId="LiveId" clId="{5AACD422-31E5-47B2-AD26-305E6FE20E71}" dt="2026-07-04T00:45:46.824" v="71" actId="26606"/>
          <pc:sldLayoutMkLst>
            <pc:docMk/>
            <pc:sldMasterMk cId="0" sldId="2147483652"/>
            <pc:sldLayoutMk cId="0" sldId="2147483654"/>
          </pc:sldLayoutMkLst>
          <pc:spChg chg="mod">
            <ac:chgData name="Adriana Shinoda" userId="a4c2ea6b5bd42b3c" providerId="LiveId" clId="{5AACD422-31E5-47B2-AD26-305E6FE20E71}" dt="2026-07-04T00:45:46.824" v="71" actId="26606"/>
            <ac:spMkLst>
              <pc:docMk/>
              <pc:sldMasterMk cId="0" sldId="2147483652"/>
              <pc:sldLayoutMk cId="0" sldId="2147483654"/>
              <ac:spMk id="5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4T00:45:46.824" v="71" actId="26606"/>
            <ac:spMkLst>
              <pc:docMk/>
              <pc:sldMasterMk cId="0" sldId="2147483652"/>
              <pc:sldLayoutMk cId="0" sldId="2147483654"/>
              <ac:spMk id="25" creationId="{00000000-0000-0000-0000-000000000000}"/>
            </ac:spMkLst>
          </pc:spChg>
        </pc:sldLayoutChg>
      </pc:sldMasterChg>
      <pc:sldMasterChg chg="add del replId addSldLayout delSldLayout modSldLayout sldLayoutOrd">
        <pc:chgData name="Adriana Shinoda" userId="a4c2ea6b5bd42b3c" providerId="LiveId" clId="{5AACD422-31E5-47B2-AD26-305E6FE20E71}" dt="2026-07-04T00:39:27.027" v="69" actId="26606"/>
        <pc:sldMasterMkLst>
          <pc:docMk/>
          <pc:sldMasterMk cId="0" sldId="2147483652"/>
        </pc:sldMasterMkLst>
        <pc:sldLayoutChg chg="mod ord">
          <pc:chgData name="Adriana Shinoda" userId="a4c2ea6b5bd42b3c" providerId="LiveId" clId="{5AACD422-31E5-47B2-AD26-305E6FE20E71}" dt="2026-07-04T00:30:36.767" v="67" actId="26606"/>
          <pc:sldLayoutMkLst>
            <pc:docMk/>
            <pc:sldMasterMk cId="0" sldId="2147483648"/>
            <pc:sldLayoutMk cId="0" sldId="2147483649"/>
          </pc:sldLayoutMkLst>
        </pc:sldLayoutChg>
        <pc:sldLayoutChg chg="modSp mod ord replId">
          <pc:chgData name="Adriana Shinoda" userId="a4c2ea6b5bd42b3c" providerId="LiveId" clId="{5AACD422-31E5-47B2-AD26-305E6FE20E71}" dt="2026-07-04T00:39:26.891" v="68" actId="26606"/>
          <pc:sldLayoutMkLst>
            <pc:docMk/>
            <pc:sldMasterMk cId="0" sldId="2147483652"/>
            <pc:sldLayoutMk cId="0" sldId="2147483653"/>
          </pc:sldLayoutMkLst>
          <pc:spChg chg="mod">
            <ac:chgData name="Adriana Shinoda" userId="a4c2ea6b5bd42b3c" providerId="LiveId" clId="{5AACD422-31E5-47B2-AD26-305E6FE20E71}" dt="2026-07-04T00:30:36.767" v="67" actId="26606"/>
            <ac:spMkLst>
              <pc:docMk/>
              <pc:sldMasterMk cId="0" sldId="2147483652"/>
              <pc:sldLayoutMk cId="0" sldId="2147483653"/>
              <ac:spMk id="3" creationId="{00000000-0000-0000-0000-000000000000}"/>
            </ac:spMkLst>
          </pc:spChg>
        </pc:sldLayoutChg>
        <pc:sldLayoutChg chg="modSp del mod ord">
          <pc:chgData name="Adriana Shinoda" userId="a4c2ea6b5bd42b3c" providerId="LiveId" clId="{5AACD422-31E5-47B2-AD26-305E6FE20E71}" dt="2026-07-04T00:30:36.767" v="67" actId="26606"/>
          <pc:sldLayoutMkLst>
            <pc:docMk/>
            <pc:sldMasterMk cId="0" sldId="2147483652"/>
            <pc:sldLayoutMk cId="0" sldId="2147483653"/>
          </pc:sldLayoutMkLst>
          <pc:spChg chg="mod">
            <ac:chgData name="Adriana Shinoda" userId="a4c2ea6b5bd42b3c" providerId="LiveId" clId="{5AACD422-31E5-47B2-AD26-305E6FE20E71}" dt="2026-07-04T00:30:36.767" v="67" actId="26606"/>
            <ac:spMkLst>
              <pc:docMk/>
              <pc:sldMasterMk cId="0" sldId="2147483652"/>
              <pc:sldLayoutMk cId="0" sldId="2147483653"/>
              <ac:spMk id="5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4T00:30:36.767" v="67" actId="26606"/>
            <ac:spMkLst>
              <pc:docMk/>
              <pc:sldMasterMk cId="0" sldId="2147483652"/>
              <pc:sldLayoutMk cId="0" sldId="2147483653"/>
              <ac:spMk id="25" creationId="{00000000-0000-0000-0000-000000000000}"/>
            </ac:spMkLst>
          </pc:spChg>
        </pc:sldLayoutChg>
        <pc:sldLayoutChg chg="add replId">
          <pc:chgData name="Adriana Shinoda" userId="a4c2ea6b5bd42b3c" providerId="LiveId" clId="{5AACD422-31E5-47B2-AD26-305E6FE20E71}" dt="2026-07-04T00:39:26.891" v="68" actId="26606"/>
          <pc:sldLayoutMkLst>
            <pc:docMk/>
            <pc:sldMasterMk cId="0" sldId="2147483652"/>
            <pc:sldLayoutMk cId="0" sldId="2147483654"/>
          </pc:sldLayoutMkLst>
        </pc:sldLayoutChg>
      </pc:sldMasterChg>
      <pc:sldMasterChg chg="add del replId addSldLayout delSldLayout modSldLayout sldLayoutOrd">
        <pc:chgData name="Adriana Shinoda" userId="a4c2ea6b5bd42b3c" providerId="LiveId" clId="{5AACD422-31E5-47B2-AD26-305E6FE20E71}" dt="2026-07-04T00:30:36.767" v="67" actId="26606"/>
        <pc:sldMasterMkLst>
          <pc:docMk/>
          <pc:sldMasterMk cId="0" sldId="2147483652"/>
        </pc:sldMasterMkLst>
        <pc:sldLayoutChg chg="mod ord">
          <pc:chgData name="Adriana Shinoda" userId="a4c2ea6b5bd42b3c" providerId="LiveId" clId="{5AACD422-31E5-47B2-AD26-305E6FE20E71}" dt="2026-07-04T00:15:59.554" v="65" actId="26606"/>
          <pc:sldLayoutMkLst>
            <pc:docMk/>
            <pc:sldMasterMk cId="0" sldId="2147483648"/>
            <pc:sldLayoutMk cId="0" sldId="2147483649"/>
          </pc:sldLayoutMkLst>
        </pc:sldLayoutChg>
        <pc:sldLayoutChg chg="modSp del mod ord">
          <pc:chgData name="Adriana Shinoda" userId="a4c2ea6b5bd42b3c" providerId="LiveId" clId="{5AACD422-31E5-47B2-AD26-305E6FE20E71}" dt="2026-07-04T00:15:59.554" v="65" actId="26606"/>
          <pc:sldLayoutMkLst>
            <pc:docMk/>
            <pc:sldMasterMk cId="0" sldId="2147483652"/>
            <pc:sldLayoutMk cId="0" sldId="2147483653"/>
          </pc:sldLayoutMkLst>
          <pc:spChg chg="mod">
            <ac:chgData name="Adriana Shinoda" userId="a4c2ea6b5bd42b3c" providerId="LiveId" clId="{5AACD422-31E5-47B2-AD26-305E6FE20E71}" dt="2026-07-04T00:15:59.554" v="65" actId="26606"/>
            <ac:spMkLst>
              <pc:docMk/>
              <pc:sldMasterMk cId="0" sldId="2147483652"/>
              <pc:sldLayoutMk cId="0" sldId="2147483653"/>
              <ac:spMk id="5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4T00:15:59.554" v="65" actId="26606"/>
            <ac:spMkLst>
              <pc:docMk/>
              <pc:sldMasterMk cId="0" sldId="2147483652"/>
              <pc:sldLayoutMk cId="0" sldId="2147483653"/>
              <ac:spMk id="25" creationId="{00000000-0000-0000-0000-000000000000}"/>
            </ac:spMkLst>
          </pc:spChg>
        </pc:sldLayoutChg>
        <pc:sldLayoutChg chg="modSp mod ord">
          <pc:chgData name="Adriana Shinoda" userId="a4c2ea6b5bd42b3c" providerId="LiveId" clId="{5AACD422-31E5-47B2-AD26-305E6FE20E71}" dt="2026-07-04T00:15:59.554" v="65" actId="26606"/>
          <pc:sldLayoutMkLst>
            <pc:docMk/>
            <pc:sldMasterMk cId="0" sldId="2147483652"/>
            <pc:sldLayoutMk cId="0" sldId="2147483653"/>
          </pc:sldLayoutMkLst>
          <pc:spChg chg="mod">
            <ac:chgData name="Adriana Shinoda" userId="a4c2ea6b5bd42b3c" providerId="LiveId" clId="{5AACD422-31E5-47B2-AD26-305E6FE20E71}" dt="2026-07-04T00:15:59.554" v="65" actId="26606"/>
            <ac:spMkLst>
              <pc:docMk/>
              <pc:sldMasterMk cId="0" sldId="2147483652"/>
              <pc:sldLayoutMk cId="0" sldId="2147483653"/>
              <ac:spMk id="3" creationId="{00000000-0000-0000-0000-000000000000}"/>
            </ac:spMkLst>
          </pc:spChg>
        </pc:sldLayoutChg>
        <pc:sldLayoutChg chg="add replId">
          <pc:chgData name="Adriana Shinoda" userId="a4c2ea6b5bd42b3c" providerId="LiveId" clId="{5AACD422-31E5-47B2-AD26-305E6FE20E71}" dt="2026-07-04T00:30:36.435" v="66" actId="26606"/>
          <pc:sldLayoutMkLst>
            <pc:docMk/>
            <pc:sldMasterMk cId="0" sldId="2147483652"/>
            <pc:sldLayoutMk cId="0" sldId="2147483653"/>
          </pc:sldLayoutMkLst>
        </pc:sldLayoutChg>
      </pc:sldMasterChg>
      <pc:sldMasterChg chg="add del replId addSldLayout delSldLayout modSldLayout sldLayoutOrd">
        <pc:chgData name="Adriana Shinoda" userId="a4c2ea6b5bd42b3c" providerId="LiveId" clId="{5AACD422-31E5-47B2-AD26-305E6FE20E71}" dt="2026-07-04T00:09:15.773" v="63" actId="26606"/>
        <pc:sldMasterMkLst>
          <pc:docMk/>
          <pc:sldMasterMk cId="0" sldId="2147483652"/>
        </pc:sldMasterMkLst>
        <pc:sldLayoutChg chg="mod ord">
          <pc:chgData name="Adriana Shinoda" userId="a4c2ea6b5bd42b3c" providerId="LiveId" clId="{5AACD422-31E5-47B2-AD26-305E6FE20E71}" dt="2026-07-03T23:28:23.361" v="37" actId="26606"/>
          <pc:sldLayoutMkLst>
            <pc:docMk/>
            <pc:sldMasterMk cId="0" sldId="2147483648"/>
            <pc:sldLayoutMk cId="0" sldId="2147483649"/>
          </pc:sldLayoutMkLst>
        </pc:sldLayoutChg>
        <pc:sldLayoutChg chg="modSp mod ord">
          <pc:chgData name="Adriana Shinoda" userId="a4c2ea6b5bd42b3c" providerId="LiveId" clId="{5AACD422-31E5-47B2-AD26-305E6FE20E71}" dt="2026-07-03T23:28:23.361" v="37" actId="26606"/>
          <pc:sldLayoutMkLst>
            <pc:docMk/>
            <pc:sldMasterMk cId="0" sldId="2147483652"/>
            <pc:sldLayoutMk cId="0" sldId="2147483653"/>
          </pc:sldLayoutMkLst>
          <pc:spChg chg="mod">
            <ac:chgData name="Adriana Shinoda" userId="a4c2ea6b5bd42b3c" providerId="LiveId" clId="{5AACD422-31E5-47B2-AD26-305E6FE20E71}" dt="2026-07-03T23:28:23.361" v="37" actId="26606"/>
            <ac:spMkLst>
              <pc:docMk/>
              <pc:sldMasterMk cId="0" sldId="2147483652"/>
              <pc:sldLayoutMk cId="0" sldId="2147483653"/>
              <ac:spMk id="3" creationId="{00000000-0000-0000-0000-000000000000}"/>
            </ac:spMkLst>
          </pc:spChg>
        </pc:sldLayoutChg>
        <pc:sldLayoutChg chg="modSp del mod ord">
          <pc:chgData name="Adriana Shinoda" userId="a4c2ea6b5bd42b3c" providerId="LiveId" clId="{5AACD422-31E5-47B2-AD26-305E6FE20E71}" dt="2026-07-03T23:28:23.361" v="37" actId="26606"/>
          <pc:sldLayoutMkLst>
            <pc:docMk/>
            <pc:sldMasterMk cId="0" sldId="2147483652"/>
            <pc:sldLayoutMk cId="0" sldId="2147483653"/>
          </pc:sldLayoutMkLst>
          <pc:spChg chg="mod">
            <ac:chgData name="Adriana Shinoda" userId="a4c2ea6b5bd42b3c" providerId="LiveId" clId="{5AACD422-31E5-47B2-AD26-305E6FE20E71}" dt="2026-07-03T23:28:23.361" v="37" actId="26606"/>
            <ac:spMkLst>
              <pc:docMk/>
              <pc:sldMasterMk cId="0" sldId="2147483652"/>
              <pc:sldLayoutMk cId="0" sldId="2147483653"/>
              <ac:spMk id="5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3:28:23.361" v="37" actId="26606"/>
            <ac:spMkLst>
              <pc:docMk/>
              <pc:sldMasterMk cId="0" sldId="2147483652"/>
              <pc:sldLayoutMk cId="0" sldId="2147483653"/>
              <ac:spMk id="25" creationId="{00000000-0000-0000-0000-000000000000}"/>
            </ac:spMkLst>
          </pc:spChg>
        </pc:sldLayoutChg>
        <pc:sldLayoutChg chg="add replId">
          <pc:chgData name="Adriana Shinoda" userId="a4c2ea6b5bd42b3c" providerId="LiveId" clId="{5AACD422-31E5-47B2-AD26-305E6FE20E71}" dt="2026-07-04T00:09:15.197" v="62" actId="26606"/>
          <pc:sldLayoutMkLst>
            <pc:docMk/>
            <pc:sldMasterMk cId="0" sldId="2147483652"/>
            <pc:sldLayoutMk cId="0" sldId="2147483653"/>
          </pc:sldLayoutMkLst>
        </pc:sldLayoutChg>
      </pc:sldMasterChg>
      <pc:sldMasterChg chg="add del replId addSldLayout delSldLayout modSldLayout sldLayoutOrd">
        <pc:chgData name="Adriana Shinoda" userId="a4c2ea6b5bd42b3c" providerId="LiveId" clId="{5AACD422-31E5-47B2-AD26-305E6FE20E71}" dt="2026-07-04T00:15:59.554" v="65" actId="26606"/>
        <pc:sldMasterMkLst>
          <pc:docMk/>
          <pc:sldMasterMk cId="0" sldId="2147483652"/>
        </pc:sldMasterMkLst>
        <pc:sldLayoutChg chg="add replId">
          <pc:chgData name="Adriana Shinoda" userId="a4c2ea6b5bd42b3c" providerId="LiveId" clId="{5AACD422-31E5-47B2-AD26-305E6FE20E71}" dt="2026-07-04T00:15:58.862" v="64" actId="26606"/>
          <pc:sldLayoutMkLst>
            <pc:docMk/>
            <pc:sldMasterMk cId="0" sldId="2147483652"/>
            <pc:sldLayoutMk cId="0" sldId="2147483653"/>
          </pc:sldLayoutMkLst>
        </pc:sldLayoutChg>
        <pc:sldLayoutChg chg="modSp mod ord">
          <pc:chgData name="Adriana Shinoda" userId="a4c2ea6b5bd42b3c" providerId="LiveId" clId="{5AACD422-31E5-47B2-AD26-305E6FE20E71}" dt="2026-07-04T00:09:15.773" v="63" actId="26606"/>
          <pc:sldLayoutMkLst>
            <pc:docMk/>
            <pc:sldMasterMk cId="0" sldId="2147483652"/>
            <pc:sldLayoutMk cId="0" sldId="2147483653"/>
          </pc:sldLayoutMkLst>
          <pc:spChg chg="mod">
            <ac:chgData name="Adriana Shinoda" userId="a4c2ea6b5bd42b3c" providerId="LiveId" clId="{5AACD422-31E5-47B2-AD26-305E6FE20E71}" dt="2026-07-04T00:09:15.773" v="63" actId="26606"/>
            <ac:spMkLst>
              <pc:docMk/>
              <pc:sldMasterMk cId="0" sldId="2147483652"/>
              <pc:sldLayoutMk cId="0" sldId="2147483653"/>
              <ac:spMk id="3" creationId="{00000000-0000-0000-0000-000000000000}"/>
            </ac:spMkLst>
          </pc:spChg>
        </pc:sldLayoutChg>
        <pc:sldLayoutChg chg="modSp del mod ord">
          <pc:chgData name="Adriana Shinoda" userId="a4c2ea6b5bd42b3c" providerId="LiveId" clId="{5AACD422-31E5-47B2-AD26-305E6FE20E71}" dt="2026-07-04T00:09:15.773" v="63" actId="26606"/>
          <pc:sldLayoutMkLst>
            <pc:docMk/>
            <pc:sldMasterMk cId="0" sldId="2147483652"/>
            <pc:sldLayoutMk cId="0" sldId="2147483653"/>
          </pc:sldLayoutMkLst>
          <pc:spChg chg="mod">
            <ac:chgData name="Adriana Shinoda" userId="a4c2ea6b5bd42b3c" providerId="LiveId" clId="{5AACD422-31E5-47B2-AD26-305E6FE20E71}" dt="2026-07-04T00:09:15.773" v="63" actId="26606"/>
            <ac:spMkLst>
              <pc:docMk/>
              <pc:sldMasterMk cId="0" sldId="2147483652"/>
              <pc:sldLayoutMk cId="0" sldId="2147483653"/>
              <ac:spMk id="5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4T00:09:15.773" v="63" actId="26606"/>
            <ac:spMkLst>
              <pc:docMk/>
              <pc:sldMasterMk cId="0" sldId="2147483652"/>
              <pc:sldLayoutMk cId="0" sldId="2147483653"/>
              <ac:spMk id="25" creationId="{00000000-0000-0000-0000-000000000000}"/>
            </ac:spMkLst>
          </pc:spChg>
        </pc:sldLayoutChg>
      </pc:sldMasterChg>
      <pc:sldMasterChg chg="add del replId addSldLayout delSldLayout modSldLayout sldLayoutOrd">
        <pc:chgData name="Adriana Shinoda" userId="a4c2ea6b5bd42b3c" providerId="LiveId" clId="{5AACD422-31E5-47B2-AD26-305E6FE20E71}" dt="2026-07-03T23:10:46.351" v="33" actId="26606"/>
        <pc:sldMasterMkLst>
          <pc:docMk/>
          <pc:sldMasterMk cId="0" sldId="2147483652"/>
        </pc:sldMasterMkLst>
        <pc:sldLayoutChg chg="modSp mod ord">
          <pc:chgData name="Adriana Shinoda" userId="a4c2ea6b5bd42b3c" providerId="LiveId" clId="{5AACD422-31E5-47B2-AD26-305E6FE20E71}" dt="2026-07-03T23:05:10.290" v="29" actId="26606"/>
          <pc:sldLayoutMkLst>
            <pc:docMk/>
            <pc:sldMasterMk cId="0" sldId="2147483652"/>
            <pc:sldLayoutMk cId="0" sldId="2147483653"/>
          </pc:sldLayoutMkLst>
          <pc:spChg chg="mod">
            <ac:chgData name="Adriana Shinoda" userId="a4c2ea6b5bd42b3c" providerId="LiveId" clId="{5AACD422-31E5-47B2-AD26-305E6FE20E71}" dt="2026-07-03T23:05:10.290" v="29" actId="26606"/>
            <ac:spMkLst>
              <pc:docMk/>
              <pc:sldMasterMk cId="0" sldId="2147483652"/>
              <pc:sldLayoutMk cId="0" sldId="2147483653"/>
              <ac:spMk id="3" creationId="{00000000-0000-0000-0000-000000000000}"/>
            </ac:spMkLst>
          </pc:spChg>
        </pc:sldLayoutChg>
        <pc:sldLayoutChg chg="modSp del mod ord">
          <pc:chgData name="Adriana Shinoda" userId="a4c2ea6b5bd42b3c" providerId="LiveId" clId="{5AACD422-31E5-47B2-AD26-305E6FE20E71}" dt="2026-07-03T23:05:10.290" v="29" actId="26606"/>
          <pc:sldLayoutMkLst>
            <pc:docMk/>
            <pc:sldMasterMk cId="0" sldId="2147483652"/>
            <pc:sldLayoutMk cId="0" sldId="2147483653"/>
          </pc:sldLayoutMkLst>
          <pc:spChg chg="mod">
            <ac:chgData name="Adriana Shinoda" userId="a4c2ea6b5bd42b3c" providerId="LiveId" clId="{5AACD422-31E5-47B2-AD26-305E6FE20E71}" dt="2026-07-03T23:05:10.290" v="29" actId="26606"/>
            <ac:spMkLst>
              <pc:docMk/>
              <pc:sldMasterMk cId="0" sldId="2147483652"/>
              <pc:sldLayoutMk cId="0" sldId="2147483653"/>
              <ac:spMk id="5" creationId="{00000000-0000-0000-0000-000000000000}"/>
            </ac:spMkLst>
          </pc:spChg>
          <pc:spChg chg="mod">
            <ac:chgData name="Adriana Shinoda" userId="a4c2ea6b5bd42b3c" providerId="LiveId" clId="{5AACD422-31E5-47B2-AD26-305E6FE20E71}" dt="2026-07-03T23:05:10.290" v="29" actId="26606"/>
            <ac:spMkLst>
              <pc:docMk/>
              <pc:sldMasterMk cId="0" sldId="2147483652"/>
              <pc:sldLayoutMk cId="0" sldId="2147483653"/>
              <ac:spMk id="25" creationId="{00000000-0000-0000-0000-000000000000}"/>
            </ac:spMkLst>
          </pc:spChg>
        </pc:sldLayoutChg>
        <pc:sldLayoutChg chg="add replId">
          <pc:chgData name="Adriana Shinoda" userId="a4c2ea6b5bd42b3c" providerId="LiveId" clId="{5AACD422-31E5-47B2-AD26-305E6FE20E71}" dt="2026-07-03T23:10:45.796" v="32" actId="26606"/>
          <pc:sldLayoutMkLst>
            <pc:docMk/>
            <pc:sldMasterMk cId="0" sldId="2147483652"/>
            <pc:sldLayoutMk cId="0" sldId="2147483653"/>
          </pc:sldLayoutMkLst>
        </pc:sldLayoutChg>
      </pc:sldMasterChg>
      <pc:sldMasterChg chg="modSp del mod setBg modSldLayout sldLayoutOrd">
        <pc:chgData name="Adriana Shinoda" userId="a4c2ea6b5bd42b3c" providerId="LiveId" clId="{5AACD422-31E5-47B2-AD26-305E6FE20E71}" dt="2026-07-03T22:55:56.520" v="23" actId="26606"/>
        <pc:sldMasterMkLst>
          <pc:docMk/>
          <pc:sldMasterMk cId="3674498757" sldId="2147483660"/>
        </pc:sldMasterMkLst>
        <pc:spChg chg="mod">
          <ac:chgData name="Adriana Shinoda" userId="a4c2ea6b5bd42b3c" providerId="LiveId" clId="{5AACD422-31E5-47B2-AD26-305E6FE20E71}" dt="2026-07-03T22:34:58.923" v="16"/>
          <ac:spMkLst>
            <pc:docMk/>
            <pc:sldMasterMk cId="3674498757" sldId="2147483660"/>
            <ac:spMk id="2" creationId="{00000000-0000-0000-0000-000000000000}"/>
          </ac:spMkLst>
        </pc:spChg>
        <pc:spChg chg="mod">
          <ac:chgData name="Adriana Shinoda" userId="a4c2ea6b5bd42b3c" providerId="LiveId" clId="{5AACD422-31E5-47B2-AD26-305E6FE20E71}" dt="2026-07-03T22:34:56.224" v="15" actId="21"/>
          <ac:spMkLst>
            <pc:docMk/>
            <pc:sldMasterMk cId="3674498757" sldId="2147483660"/>
            <ac:spMk id="3" creationId="{00000000-0000-0000-0000-000000000000}"/>
          </ac:spMkLst>
        </pc:spChg>
        <pc:sldLayoutChg chg="setBg">
          <pc:chgData name="Adriana Shinoda" userId="a4c2ea6b5bd42b3c" providerId="LiveId" clId="{5AACD422-31E5-47B2-AD26-305E6FE20E71}" dt="2026-07-03T22:30:59.721" v="2"/>
          <pc:sldLayoutMkLst>
            <pc:docMk/>
            <pc:sldMasterMk cId="0" sldId="2147483652"/>
            <pc:sldLayoutMk cId="1395320720" sldId="2147483661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spPr>
            <a:ln w="38100" cap="flat">
              <a:solidFill>
                <a:srgbClr val="0F4C8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F4C81"/>
              </a:solidFill>
              <a:ln w="9525" cap="flat">
                <a:solidFill>
                  <a:srgbClr val="0F4C8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Segoe UI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99</c:v>
                </c:pt>
                <c:pt idx="2">
                  <c:v>102</c:v>
                </c:pt>
                <c:pt idx="3">
                  <c:v>82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F6A-4E0A-BA96-5569F52EBCB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7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Cestas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Segoe U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&lt; 40</c:v>
                </c:pt>
                <c:pt idx="1">
                  <c:v>40–49</c:v>
                </c:pt>
                <c:pt idx="2">
                  <c:v>50–55</c:v>
                </c:pt>
                <c:pt idx="3">
                  <c:v>56–60</c:v>
                </c:pt>
                <c:pt idx="4">
                  <c:v>60+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22</c:v>
                </c:pt>
                <c:pt idx="2">
                  <c:v>38</c:v>
                </c:pt>
                <c:pt idx="3">
                  <c:v>18</c:v>
                </c:pt>
                <c:pt idx="4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B7-4D0C-B28F-CC036387F6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F62-4590-A35D-FA303EDC5691}"/>
              </c:ext>
            </c:extLst>
          </c:dPt>
          <c:dPt>
            <c:idx val="1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F62-4590-A35D-FA303EDC569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Segoe UI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F62-4590-A35D-FA303EDC569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Segoe UI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F62-4590-A35D-FA303EDC569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Consomem todo o mix</c:v>
                </c:pt>
                <c:pt idx="1">
                  <c:v>Potencial de expansão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F62-4590-A35D-FA303EDC56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280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Pedidos</c:v>
                </c:pt>
              </c:strCache>
            </c:strRef>
          </c:tx>
          <c:spPr>
            <a:ln w="38100" cap="flat">
              <a:solidFill>
                <a:srgbClr val="0F4C8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55</c:v>
                </c:pt>
                <c:pt idx="11">
                  <c:v>60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</c:v>
                </c:pt>
                <c:pt idx="1">
                  <c:v>30</c:v>
                </c:pt>
                <c:pt idx="2">
                  <c:v>14</c:v>
                </c:pt>
                <c:pt idx="3">
                  <c:v>8</c:v>
                </c:pt>
                <c:pt idx="4">
                  <c:v>18</c:v>
                </c:pt>
                <c:pt idx="5">
                  <c:v>26</c:v>
                </c:pt>
                <c:pt idx="6">
                  <c:v>16</c:v>
                </c:pt>
                <c:pt idx="7">
                  <c:v>12</c:v>
                </c:pt>
                <c:pt idx="8">
                  <c:v>20</c:v>
                </c:pt>
                <c:pt idx="9">
                  <c:v>30</c:v>
                </c:pt>
                <c:pt idx="10">
                  <c:v>34</c:v>
                </c:pt>
                <c:pt idx="11">
                  <c:v>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726-4946-A75C-BAC574A416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Correlação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Segoe U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Alimentos + Limpeza</c:v>
                </c:pt>
                <c:pt idx="1">
                  <c:v>Alimentos + Higiene</c:v>
                </c:pt>
                <c:pt idx="2">
                  <c:v>Higiene + Bebidas</c:v>
                </c:pt>
                <c:pt idx="3">
                  <c:v>Bebidas + Pets</c:v>
                </c:pt>
                <c:pt idx="4">
                  <c:v>Higiene + Limpeza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0.18</c:v>
                </c:pt>
                <c:pt idx="1">
                  <c:v>0.22</c:v>
                </c:pt>
                <c:pt idx="2">
                  <c:v>0.48</c:v>
                </c:pt>
                <c:pt idx="3">
                  <c:v>0.75</c:v>
                </c:pt>
                <c:pt idx="4">
                  <c:v>0.82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28-4358-A6CD-447D9049C8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F62-4590-A35D-FA303EDC5691}"/>
              </c:ext>
            </c:extLst>
          </c:dPt>
          <c:dPt>
            <c:idx val="1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F62-4590-A35D-FA303EDC569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Segoe UI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F62-4590-A35D-FA303EDC569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Segoe UI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F62-4590-A35D-FA303EDC569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Consomem todo o mix</c:v>
                </c:pt>
                <c:pt idx="1">
                  <c:v>Potencial de expansão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F62-4590-A35D-FA303EDC56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280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1005840" y="2331720"/>
            <a:ext cx="89611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/>
          </a:p>
        </p:txBody>
      </p:sp>
      <p:sp>
        <p:nvSpPr>
          <p:cNvPr id="10" name="Footer Divider"/>
          <p:cNvSpPr/>
          <p:nvPr/>
        </p:nvSpPr>
        <p:spPr>
          <a:xfrm>
            <a:off x="685800" y="6419088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Footer Text"/>
          <p:cNvSpPr/>
          <p:nvPr/>
        </p:nvSpPr>
        <p:spPr>
          <a:xfrm>
            <a:off x="685800" y="6455664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Estratégia de Crescimento e Performance  ·  Análise Executiva de Inteligência de Mercado</a:t>
            </a:r>
            <a:endParaRPr lang="en-US" sz="850"/>
          </a:p>
        </p:txBody>
      </p:sp>
      <p:sp>
        <p:nvSpPr>
          <p:cNvPr id="1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777240" cy="27432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146304" cy="1463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85800" y="6419088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85800" y="6455664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Estratégia de Crescimento e Performance  ·  Análise Executiva de Inteligência de Mercado</a:t>
            </a:r>
            <a:endParaRPr lang="en-US" sz="850"/>
          </a:p>
        </p:txBody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932688" y="457200"/>
            <a:ext cx="10515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13" Type="http://schemas.openxmlformats.org/officeDocument/2006/relationships/slide" Target="slide11.xml"/><Relationship Id="rId18" Type="http://schemas.openxmlformats.org/officeDocument/2006/relationships/image" Target="../media/image8.jpeg"/><Relationship Id="rId3" Type="http://schemas.openxmlformats.org/officeDocument/2006/relationships/slide" Target="slide5.xml"/><Relationship Id="rId21" Type="http://schemas.openxmlformats.org/officeDocument/2006/relationships/slide" Target="slide16.xml"/><Relationship Id="rId7" Type="http://schemas.openxmlformats.org/officeDocument/2006/relationships/slide" Target="slide7.xml"/><Relationship Id="rId12" Type="http://schemas.openxmlformats.org/officeDocument/2006/relationships/image" Target="../media/image5.jpeg"/><Relationship Id="rId17" Type="http://schemas.openxmlformats.org/officeDocument/2006/relationships/slide" Target="slide13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.jpeg"/><Relationship Id="rId20" Type="http://schemas.openxmlformats.org/officeDocument/2006/relationships/image" Target="../media/image9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jpeg"/><Relationship Id="rId11" Type="http://schemas.openxmlformats.org/officeDocument/2006/relationships/slide" Target="slide10.xml"/><Relationship Id="rId5" Type="http://schemas.openxmlformats.org/officeDocument/2006/relationships/slide" Target="slide6.xml"/><Relationship Id="rId15" Type="http://schemas.openxmlformats.org/officeDocument/2006/relationships/slide" Target="slide12.xml"/><Relationship Id="rId10" Type="http://schemas.openxmlformats.org/officeDocument/2006/relationships/image" Target="../media/image4.jpeg"/><Relationship Id="rId19" Type="http://schemas.openxmlformats.org/officeDocument/2006/relationships/slide" Target="slide15.xml"/><Relationship Id="rId4" Type="http://schemas.openxmlformats.org/officeDocument/2006/relationships/image" Target="../media/image1.jpeg"/><Relationship Id="rId9" Type="http://schemas.openxmlformats.org/officeDocument/2006/relationships/slide" Target="slide9.xml"/><Relationship Id="rId14" Type="http://schemas.openxmlformats.org/officeDocument/2006/relationships/image" Target="../media/image6.jpeg"/><Relationship Id="rId22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chart" Target="../charts/char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7830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ANÁLISE EXECUTIVA DE INTELIGÊNCIA DE MERCADO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1033272" y="2212848"/>
            <a:ext cx="82296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1005840" y="2331720"/>
            <a:ext cx="8961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Estratégia de Crescimento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Performance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033272" y="42062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Varejo</a:t>
            </a: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Rede de Supermercados · Performance de categorias · Comportamento do consumidor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33272" y="5074920"/>
            <a:ext cx="56692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33272" y="52578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Adriana Shinoda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Julho de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0" y="5257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F4F4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2019 — 2022</a:t>
            </a:r>
            <a:endParaRPr lang="en-US" sz="40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932688" y="430000"/>
            <a:ext cx="105156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50" b="1" kern="0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NAVEGAÇÃO</a:t>
            </a:r>
            <a:endParaRPr lang="pt-BR" sz="1050"/>
          </a:p>
        </p:txBody>
      </p:sp>
      <p:sp>
        <p:nvSpPr>
          <p:cNvPr id="2" name="Title"/>
          <p:cNvSpPr/>
          <p:nvPr/>
        </p:nvSpPr>
        <p:spPr>
          <a:xfrm>
            <a:off x="932688" y="700000"/>
            <a:ext cx="105156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7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Índice</a:t>
            </a:r>
            <a:endParaRPr lang="pt-BR" sz="2700"/>
          </a:p>
        </p:txBody>
      </p:sp>
      <p:sp>
        <p:nvSpPr>
          <p:cNvPr id="4" name="Instruction"/>
          <p:cNvSpPr/>
          <p:nvPr/>
        </p:nvSpPr>
        <p:spPr>
          <a:xfrm>
            <a:off x="932688" y="1400000"/>
            <a:ext cx="10789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Clique em uma miniatura para abrir a seção diretamente.</a:t>
            </a:r>
            <a:endParaRPr lang="pt-BR" sz="1300"/>
          </a:p>
        </p:txBody>
      </p:sp>
      <p:sp>
        <p:nvSpPr>
          <p:cNvPr id="50" name="Card 01"/>
          <p:cNvSpPr/>
          <p:nvPr/>
        </p:nvSpPr>
        <p:spPr>
          <a:xfrm>
            <a:off x="954280" y="2161960"/>
            <a:ext cx="1889840" cy="167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51" name="Thumb 01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000" y="2207680"/>
            <a:ext cx="1798400" cy="10116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52" name="Caption 01">
            <a:hlinkClick r:id="rId3" action="ppaction://hlinksldjump"/>
          </p:cNvPr>
          <p:cNvSpPr/>
          <p:nvPr/>
        </p:nvSpPr>
        <p:spPr>
          <a:xfrm>
            <a:off x="1000000" y="3269280"/>
            <a:ext cx="17984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  </a:t>
            </a:r>
            <a:r>
              <a:rPr lang="pt-BR" sz="9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Contexto do Negócio</a:t>
            </a:r>
            <a:endParaRPr lang="pt-BR" sz="900"/>
          </a:p>
        </p:txBody>
      </p:sp>
      <p:sp>
        <p:nvSpPr>
          <p:cNvPr id="53" name="Card 02"/>
          <p:cNvSpPr/>
          <p:nvPr/>
        </p:nvSpPr>
        <p:spPr>
          <a:xfrm>
            <a:off x="3052680" y="2161960"/>
            <a:ext cx="1889840" cy="167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54" name="Thumb 02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8400" y="2207680"/>
            <a:ext cx="1798400" cy="10116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55" name="Caption 02">
            <a:hlinkClick r:id="rId5" action="ppaction://hlinksldjump"/>
          </p:cNvPr>
          <p:cNvSpPr/>
          <p:nvPr/>
        </p:nvSpPr>
        <p:spPr>
          <a:xfrm>
            <a:off x="3098400" y="3269280"/>
            <a:ext cx="17984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  </a:t>
            </a:r>
            <a:r>
              <a:rPr lang="pt-BR" sz="9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Objetivo da Análise</a:t>
            </a:r>
            <a:endParaRPr lang="pt-BR" sz="900"/>
          </a:p>
        </p:txBody>
      </p:sp>
      <p:sp>
        <p:nvSpPr>
          <p:cNvPr id="56" name="Card 03"/>
          <p:cNvSpPr/>
          <p:nvPr/>
        </p:nvSpPr>
        <p:spPr>
          <a:xfrm>
            <a:off x="5151080" y="2161960"/>
            <a:ext cx="1889840" cy="167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57" name="Thumb 03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6800" y="2207680"/>
            <a:ext cx="1798400" cy="10116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58" name="Caption 03">
            <a:hlinkClick r:id="rId7" action="ppaction://hlinksldjump"/>
          </p:cNvPr>
          <p:cNvSpPr/>
          <p:nvPr/>
        </p:nvSpPr>
        <p:spPr>
          <a:xfrm>
            <a:off x="5196800" y="3269280"/>
            <a:ext cx="17984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  </a:t>
            </a:r>
            <a:r>
              <a:rPr lang="pt-BR" sz="9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Metodologia da Análise</a:t>
            </a:r>
            <a:endParaRPr lang="pt-BR" sz="900"/>
          </a:p>
        </p:txBody>
      </p:sp>
      <p:sp>
        <p:nvSpPr>
          <p:cNvPr id="59" name="Card 04"/>
          <p:cNvSpPr/>
          <p:nvPr/>
        </p:nvSpPr>
        <p:spPr>
          <a:xfrm>
            <a:off x="7249480" y="2161960"/>
            <a:ext cx="1889840" cy="167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60" name="Thumb 04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5200" y="2207680"/>
            <a:ext cx="1798400" cy="10116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61" name="Caption 04">
            <a:hlinkClick r:id="rId9" action="ppaction://hlinksldjump"/>
          </p:cNvPr>
          <p:cNvSpPr/>
          <p:nvPr/>
        </p:nvSpPr>
        <p:spPr>
          <a:xfrm>
            <a:off x="7295200" y="3269280"/>
            <a:ext cx="17984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  </a:t>
            </a:r>
            <a:r>
              <a:rPr lang="pt-BR" sz="9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Desmistificando o Perfil do Cliente</a:t>
            </a:r>
            <a:endParaRPr lang="pt-BR" sz="900"/>
          </a:p>
        </p:txBody>
      </p:sp>
      <p:sp>
        <p:nvSpPr>
          <p:cNvPr id="62" name="Card 05"/>
          <p:cNvSpPr/>
          <p:nvPr/>
        </p:nvSpPr>
        <p:spPr>
          <a:xfrm>
            <a:off x="9347880" y="2161960"/>
            <a:ext cx="1889840" cy="167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63" name="Thumb 05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93600" y="2207680"/>
            <a:ext cx="1798400" cy="10116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64" name="Caption 05">
            <a:hlinkClick r:id="rId11" action="ppaction://hlinksldjump"/>
          </p:cNvPr>
          <p:cNvSpPr/>
          <p:nvPr/>
        </p:nvSpPr>
        <p:spPr>
          <a:xfrm>
            <a:off x="9393600" y="3269280"/>
            <a:ext cx="17984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  </a:t>
            </a:r>
            <a:r>
              <a:rPr lang="pt-BR" sz="9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 Desafio da Sazonalidade</a:t>
            </a:r>
            <a:endParaRPr lang="pt-BR" sz="900"/>
          </a:p>
        </p:txBody>
      </p:sp>
      <p:sp>
        <p:nvSpPr>
          <p:cNvPr id="65" name="Card 06"/>
          <p:cNvSpPr/>
          <p:nvPr/>
        </p:nvSpPr>
        <p:spPr>
          <a:xfrm>
            <a:off x="954280" y="4295000"/>
            <a:ext cx="1889840" cy="167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66" name="Thumb 06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0000" y="4340720"/>
            <a:ext cx="1798400" cy="10116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67" name="Caption 06">
            <a:hlinkClick r:id="rId13" action="ppaction://hlinksldjump"/>
          </p:cNvPr>
          <p:cNvSpPr/>
          <p:nvPr/>
        </p:nvSpPr>
        <p:spPr>
          <a:xfrm>
            <a:off x="1000000" y="5402320"/>
            <a:ext cx="17984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  </a:t>
            </a:r>
            <a:r>
              <a:rPr lang="pt-BR" sz="9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Três Perfis de Abastecimento</a:t>
            </a:r>
            <a:endParaRPr lang="pt-BR" sz="900"/>
          </a:p>
        </p:txBody>
      </p:sp>
      <p:sp>
        <p:nvSpPr>
          <p:cNvPr id="68" name="Card 07"/>
          <p:cNvSpPr/>
          <p:nvPr/>
        </p:nvSpPr>
        <p:spPr>
          <a:xfrm>
            <a:off x="3052680" y="4295000"/>
            <a:ext cx="1889840" cy="167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69" name="Thumb 07">
            <a:hlinkClick r:id="rId15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98400" y="4340720"/>
            <a:ext cx="1798400" cy="10116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70" name="Caption 07">
            <a:hlinkClick r:id="rId15" action="ppaction://hlinksldjump"/>
          </p:cNvPr>
          <p:cNvSpPr/>
          <p:nvPr/>
        </p:nvSpPr>
        <p:spPr>
          <a:xfrm>
            <a:off x="3098400" y="5402320"/>
            <a:ext cx="17984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07  </a:t>
            </a:r>
            <a:r>
              <a:rPr lang="pt-BR" sz="9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Sinergia entre Categorias</a:t>
            </a:r>
            <a:endParaRPr lang="pt-BR" sz="900"/>
          </a:p>
        </p:txBody>
      </p:sp>
      <p:sp>
        <p:nvSpPr>
          <p:cNvPr id="71" name="Card 08"/>
          <p:cNvSpPr/>
          <p:nvPr/>
        </p:nvSpPr>
        <p:spPr>
          <a:xfrm>
            <a:off x="5151080" y="4295000"/>
            <a:ext cx="1889840" cy="167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72" name="Thumb 08">
            <a:hlinkClick r:id="rId17" action="ppaction://hlinksldjump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96800" y="4340720"/>
            <a:ext cx="1798400" cy="10116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73" name="Caption 08">
            <a:hlinkClick r:id="rId17" action="ppaction://hlinksldjump"/>
          </p:cNvPr>
          <p:cNvSpPr/>
          <p:nvPr/>
        </p:nvSpPr>
        <p:spPr>
          <a:xfrm>
            <a:off x="5196800" y="5402320"/>
            <a:ext cx="17984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08  </a:t>
            </a:r>
            <a:r>
              <a:rPr lang="pt-BR" sz="9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Maturidade e Fidelidade da Base</a:t>
            </a:r>
            <a:endParaRPr lang="pt-BR" sz="900"/>
          </a:p>
        </p:txBody>
      </p:sp>
      <p:sp>
        <p:nvSpPr>
          <p:cNvPr id="74" name="Card 09"/>
          <p:cNvSpPr/>
          <p:nvPr/>
        </p:nvSpPr>
        <p:spPr>
          <a:xfrm>
            <a:off x="7249480" y="4295000"/>
            <a:ext cx="1889840" cy="167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75" name="Thumb 09">
            <a:hlinkClick r:id="rId19" action="ppaction://hlinksldjump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95200" y="4340720"/>
            <a:ext cx="1798400" cy="10116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76" name="Caption 09">
            <a:hlinkClick r:id="rId19" action="ppaction://hlinksldjump"/>
          </p:cNvPr>
          <p:cNvSpPr/>
          <p:nvPr/>
        </p:nvSpPr>
        <p:spPr>
          <a:xfrm>
            <a:off x="7295200" y="5402320"/>
            <a:ext cx="17984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09  </a:t>
            </a:r>
            <a:r>
              <a:rPr lang="pt-BR" sz="9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Recomendações Estratégicas</a:t>
            </a:r>
            <a:endParaRPr lang="pt-BR" sz="900"/>
          </a:p>
        </p:txBody>
      </p:sp>
      <p:sp>
        <p:nvSpPr>
          <p:cNvPr id="77" name="Card 10"/>
          <p:cNvSpPr/>
          <p:nvPr/>
        </p:nvSpPr>
        <p:spPr>
          <a:xfrm>
            <a:off x="9347880" y="4295000"/>
            <a:ext cx="1889840" cy="167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78" name="Thumb 10">
            <a:hlinkClick r:id="rId21" action="ppaction://hlinksldjump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93600" y="4340720"/>
            <a:ext cx="1798400" cy="10116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79" name="Caption 10">
            <a:hlinkClick r:id="rId21" action="ppaction://hlinksldjump"/>
          </p:cNvPr>
          <p:cNvSpPr/>
          <p:nvPr/>
        </p:nvSpPr>
        <p:spPr>
          <a:xfrm>
            <a:off x="9393600" y="5402320"/>
            <a:ext cx="17984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  </a:t>
            </a:r>
            <a:r>
              <a:rPr lang="pt-BR" sz="9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Conclusão e Próximos Passos</a:t>
            </a:r>
            <a:endParaRPr lang="pt-BR" sz="90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 idx="103" hasCustomPrompt="1"/>
          </p:nvPr>
        </p:nvSpPr>
        <p:spPr>
          <a:xfrm>
            <a:off x="932688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pt-BR" sz="27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Sumário Executivo</a:t>
            </a:r>
            <a:endParaRPr lang="pt-BR" sz="2700"/>
          </a:p>
        </p:txBody>
      </p:sp>
      <p:sp>
        <p:nvSpPr>
          <p:cNvPr id="6" name="Eyebrow"/>
          <p:cNvSpPr/>
          <p:nvPr/>
        </p:nvSpPr>
        <p:spPr>
          <a:xfrm>
            <a:off x="932688" y="11430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PANORAMA EXECUTIVO · 2019–2022</a:t>
            </a:r>
            <a:endParaRPr lang="pt-BR" sz="1100"/>
          </a:p>
        </p:txBody>
      </p:sp>
      <p:sp>
        <p:nvSpPr>
          <p:cNvPr id="10" name="Card1"/>
          <p:cNvSpPr/>
          <p:nvPr/>
        </p:nvSpPr>
        <p:spPr>
          <a:xfrm>
            <a:off x="685800" y="1780000"/>
            <a:ext cx="2560000" cy="1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Card1Bar"/>
          <p:cNvSpPr/>
          <p:nvPr/>
        </p:nvSpPr>
        <p:spPr>
          <a:xfrm>
            <a:off x="685800" y="1780000"/>
            <a:ext cx="25600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Card1Text"/>
          <p:cNvSpPr/>
          <p:nvPr/>
        </p:nvSpPr>
        <p:spPr>
          <a:xfrm>
            <a:off x="868680" y="1965960"/>
            <a:ext cx="2194240" cy="1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2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pt-BR" sz="90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Índice de vendas em 2022 — queda de 18% vs. 2021</a:t>
            </a:r>
          </a:p>
        </p:txBody>
      </p:sp>
      <p:sp>
        <p:nvSpPr>
          <p:cNvPr id="20" name="Card2"/>
          <p:cNvSpPr/>
          <p:nvPr/>
        </p:nvSpPr>
        <p:spPr>
          <a:xfrm>
            <a:off x="3439160" y="1780000"/>
            <a:ext cx="2560000" cy="1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Card2Bar"/>
          <p:cNvSpPr/>
          <p:nvPr/>
        </p:nvSpPr>
        <p:spPr>
          <a:xfrm>
            <a:off x="3439160" y="1780000"/>
            <a:ext cx="25600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Card2Text"/>
          <p:cNvSpPr/>
          <p:nvPr/>
        </p:nvSpPr>
        <p:spPr>
          <a:xfrm>
            <a:off x="3622040" y="1965960"/>
            <a:ext cx="2194240" cy="1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2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~35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pt-BR" sz="90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Itens por cesta — compra de reposição (mediana 37)</a:t>
            </a:r>
          </a:p>
        </p:txBody>
      </p:sp>
      <p:sp>
        <p:nvSpPr>
          <p:cNvPr id="30" name="Card3"/>
          <p:cNvSpPr/>
          <p:nvPr/>
        </p:nvSpPr>
        <p:spPr>
          <a:xfrm>
            <a:off x="6192520" y="1780000"/>
            <a:ext cx="2560000" cy="1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1" name="Card3Bar"/>
          <p:cNvSpPr/>
          <p:nvPr/>
        </p:nvSpPr>
        <p:spPr>
          <a:xfrm>
            <a:off x="6192520" y="1780000"/>
            <a:ext cx="25600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Card3Text"/>
          <p:cNvSpPr/>
          <p:nvPr/>
        </p:nvSpPr>
        <p:spPr>
          <a:xfrm>
            <a:off x="6375400" y="1965960"/>
            <a:ext cx="2194240" cy="1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2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60%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pt-BR" sz="90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 base já consome praticamente todo o mix de SKUs</a:t>
            </a:r>
          </a:p>
        </p:txBody>
      </p:sp>
      <p:sp>
        <p:nvSpPr>
          <p:cNvPr id="40" name="Card4"/>
          <p:cNvSpPr/>
          <p:nvPr/>
        </p:nvSpPr>
        <p:spPr>
          <a:xfrm>
            <a:off x="8945880" y="1780000"/>
            <a:ext cx="2560000" cy="1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1" name="Card4Bar"/>
          <p:cNvSpPr/>
          <p:nvPr/>
        </p:nvSpPr>
        <p:spPr>
          <a:xfrm>
            <a:off x="8945880" y="1780000"/>
            <a:ext cx="25600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Card4Text"/>
          <p:cNvSpPr/>
          <p:nvPr/>
        </p:nvSpPr>
        <p:spPr>
          <a:xfrm>
            <a:off x="9128760" y="1965960"/>
            <a:ext cx="2194240" cy="1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2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0,82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pt-BR" sz="90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Correlação de compra Higiene + Limpeza (a maior da cesta)</a:t>
            </a:r>
          </a:p>
        </p:txBody>
      </p:sp>
      <p:sp>
        <p:nvSpPr>
          <p:cNvPr id="50" name="ConclHeading"/>
          <p:cNvSpPr/>
          <p:nvPr/>
        </p:nvSpPr>
        <p:spPr>
          <a:xfrm>
            <a:off x="685800" y="3600000"/>
            <a:ext cx="1082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50" b="1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PRINCIPAIS CONCLUSÕES</a:t>
            </a:r>
            <a:endParaRPr lang="pt-BR" sz="1250"/>
          </a:p>
        </p:txBody>
      </p:sp>
      <p:sp>
        <p:nvSpPr>
          <p:cNvPr id="51" name="Conclusions"/>
          <p:cNvSpPr/>
          <p:nvPr/>
        </p:nvSpPr>
        <p:spPr>
          <a:xfrm>
            <a:off x="685800" y="4010000"/>
            <a:ext cx="10820400" cy="2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12000"/>
              </a:lnSpc>
              <a:spcBef>
                <a:spcPts val="600"/>
              </a:spcBef>
              <a:buClr>
                <a:srgbClr val="10B981"/>
              </a:buClr>
              <a:buFont typeface="Arial"/>
              <a:buChar char="▪"/>
            </a:pPr>
            <a:r>
              <a:rPr lang="pt-BR" sz="13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volume de vendas concentra-se na massa de clientes sem filhos, e não em nichos de alto ticket.</a:t>
            </a:r>
          </a:p>
          <a:p>
            <a:pPr marL="285750" indent="-285750" algn="l">
              <a:lnSpc>
                <a:spcPct val="112000"/>
              </a:lnSpc>
              <a:spcBef>
                <a:spcPts val="600"/>
              </a:spcBef>
              <a:buClr>
                <a:srgbClr val="10B981"/>
              </a:buClr>
              <a:buFont typeface="Arial"/>
              <a:buChar char="▪"/>
            </a:pPr>
            <a:r>
              <a:rPr lang="pt-BR" sz="13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operação é muito dependente da sazonalidade de fim de ano, com retração inédita ao longo de 2022.</a:t>
            </a:r>
          </a:p>
          <a:p>
            <a:pPr marL="285750" indent="-285750" algn="l">
              <a:lnSpc>
                <a:spcPct val="112000"/>
              </a:lnSpc>
              <a:spcBef>
                <a:spcPts val="600"/>
              </a:spcBef>
              <a:buClr>
                <a:srgbClr val="10B981"/>
              </a:buClr>
              <a:buFont typeface="Arial"/>
              <a:buChar char="▪"/>
            </a:pPr>
            <a:r>
              <a:rPr lang="pt-BR" sz="13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base é fiel e madura: mais de 60% já consome todo o mix — crescer exige inovação em SKUs.</a:t>
            </a:r>
          </a:p>
          <a:p>
            <a:pPr marL="285750" indent="-285750" algn="l">
              <a:lnSpc>
                <a:spcPct val="112000"/>
              </a:lnSpc>
              <a:spcBef>
                <a:spcPts val="600"/>
              </a:spcBef>
              <a:buClr>
                <a:srgbClr val="10B981"/>
              </a:buClr>
              <a:buFont typeface="Arial"/>
              <a:buChar char="▪"/>
            </a:pPr>
            <a:r>
              <a:rPr lang="pt-BR" sz="13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Sinergia de categorias (Higiene + Limpeza) e expansão de cesta são as principais alavancas de ticket.</a:t>
            </a:r>
          </a:p>
        </p:txBody>
      </p:sp>
      <p:sp>
        <p:nvSpPr>
          <p:cNvPr id="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777240" cy="27432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Divider Image"/>
          <p:cNvPicPr>
            <a:picLocks noChangeAspect="1"/>
          </p:cNvPicPr>
          <p:nvPr/>
        </p:nvPicPr>
        <p:blipFill>
          <a:blip r:embed="rId3"/>
          <a:srcRect t="3117" b="3117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sp>
        <p:nvSpPr>
          <p:cNvPr id="4" name="Eyebrow"/>
          <p:cNvSpPr/>
          <p:nvPr/>
        </p:nvSpPr>
        <p:spPr>
          <a:xfrm>
            <a:off x="685800" y="170688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spc="3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1 DE 3</a:t>
            </a:r>
            <a:endParaRPr lang="pt-BR" sz="1300"/>
          </a:p>
        </p:txBody>
      </p:sp>
      <p:sp>
        <p:nvSpPr>
          <p:cNvPr id="5" name="Rule"/>
          <p:cNvSpPr/>
          <p:nvPr/>
        </p:nvSpPr>
        <p:spPr>
          <a:xfrm>
            <a:off x="685800" y="2072640"/>
            <a:ext cx="82296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itle"/>
          <p:cNvSpPr/>
          <p:nvPr/>
        </p:nvSpPr>
        <p:spPr>
          <a:xfrm>
            <a:off x="685800" y="2318640"/>
            <a:ext cx="617220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pt-BR" sz="36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</a:t>
            </a:r>
          </a:p>
          <a:p>
            <a:pPr marL="0" indent="0" algn="l">
              <a:lnSpc>
                <a:spcPct val="102000"/>
              </a:lnSpc>
              <a:buNone/>
            </a:pPr>
            <a:r>
              <a:rPr lang="pt-BR" sz="36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Abordagem</a:t>
            </a:r>
          </a:p>
        </p:txBody>
      </p:sp>
      <p:sp>
        <p:nvSpPr>
          <p:cNvPr id="7" name="Desc"/>
          <p:cNvSpPr/>
          <p:nvPr/>
        </p:nvSpPr>
        <p:spPr>
          <a:xfrm>
            <a:off x="685800" y="4160520"/>
            <a:ext cx="6172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pt-BR" sz="140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ponto de partida: o cenário do negócio, as perguntas-chave e a metodologia que estruturam toda a análise.</a:t>
            </a:r>
            <a:endParaRPr lang="pt-BR" sz="1400"/>
          </a:p>
        </p:txBody>
      </p:sp>
      <p:sp>
        <p:nvSpPr>
          <p:cNvPr id="8" name="Sections"/>
          <p:cNvSpPr/>
          <p:nvPr/>
        </p:nvSpPr>
        <p:spPr>
          <a:xfrm>
            <a:off x="685800" y="5029200"/>
            <a:ext cx="6172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400" b="1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r>
              <a:rPr lang="pt-BR" sz="140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  ·  </a:t>
            </a:r>
            <a:r>
              <a:rPr lang="pt-BR" sz="14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Contexto do Negócio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400" b="1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r>
              <a:rPr lang="pt-BR" sz="140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  ·  </a:t>
            </a:r>
            <a:r>
              <a:rPr lang="pt-BR" sz="14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 da Análise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400" b="1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r>
              <a:rPr lang="pt-BR" sz="140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  ·  </a:t>
            </a:r>
            <a:r>
              <a:rPr lang="pt-BR" sz="14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Metodologia da Análise</a:t>
            </a:r>
          </a:p>
        </p:txBody>
      </p:sp>
      <p:sp>
        <p:nvSpPr>
          <p:cNvPr id="9" name="PageNum"/>
          <p:cNvSpPr/>
          <p:nvPr/>
        </p:nvSpPr>
        <p:spPr>
          <a:xfrm>
            <a:off x="685800" y="6455664"/>
            <a:ext cx="15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fld id="{F7021451-1387-4CA6-816F-3879F97B5CBC}" type="slidenum">
              <a:rPr lang="en-US" sz="900" b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fld>
            <a:endParaRPr lang="en-US" sz="900">
              <a:solidFill>
                <a:srgbClr val="6B7280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932688" y="457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Contexto do Negócio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32688" y="12801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</a:t>
            </a:r>
            <a:r>
              <a:rPr lang="en-US" sz="1050" b="1" kern="0" spc="2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en-US" sz="1050" b="1" kern="0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CENÁRIO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</a:t>
            </a:r>
            <a:r>
              <a:rPr lang="en-US" sz="15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varejo enfrenta um cenário de alta competitividade. Esta análise investiga a performance da rede entre 2019 e 2022, com foco </a:t>
            </a: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</a:t>
            </a:r>
            <a:r>
              <a:rPr lang="en-US" sz="15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otimizar a rentabilidade e compreender a eficácia das categorias frente ao comportamento do consumidor</a:t>
            </a: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685800" y="3977640"/>
            <a:ext cx="539496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85800" y="3977640"/>
            <a:ext cx="82296" cy="1371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kern="0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</a:t>
            </a:r>
            <a:endParaRPr lang="en-US" sz="11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50" b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Identificar alavancas de sustentabilidade para o faturamento anual.</a:t>
            </a:r>
            <a:endParaRPr lang="en-US" sz="1100"/>
          </a:p>
        </p:txBody>
      </p:sp>
      <p:sp>
        <p:nvSpPr>
          <p:cNvPr id="30" name="Insight Quote"/>
          <p:cNvSpPr/>
          <p:nvPr/>
        </p:nvSpPr>
        <p:spPr>
          <a:xfrm>
            <a:off x="685800" y="54900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pt-BR" sz="1300" b="1" i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“Após três anos estáveis, o volume caiu 18% em 2022 — o maior recuo do período.”</a:t>
            </a:r>
            <a:endParaRPr lang="pt-BR" sz="1300"/>
          </a:p>
        </p:txBody>
      </p:sp>
      <p:sp>
        <p:nvSpPr>
          <p:cNvPr id="8" name="Text 6"/>
          <p:cNvSpPr/>
          <p:nvPr/>
        </p:nvSpPr>
        <p:spPr>
          <a:xfrm>
            <a:off x="6492240" y="17830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Evolução do volume de vendas (índice, 2019 = 100)</a:t>
            </a:r>
            <a:endParaRPr lang="en-US" sz="1150"/>
          </a:p>
        </p:txBody>
      </p:sp>
      <p:graphicFrame>
        <p:nvGraphicFramePr>
          <p:cNvPr id="9" name="Chart 0"/>
          <p:cNvGraphicFramePr/>
          <p:nvPr/>
        </p:nvGraphicFramePr>
        <p:xfrm>
          <a:off x="6355080" y="214884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6492240" y="5733288"/>
            <a:ext cx="932688" cy="219456"/>
          </a:xfrm>
          <a:prstGeom prst="roundRect">
            <a:avLst>
              <a:gd name="adj" fmla="val 20833"/>
            </a:avLst>
          </a:prstGeom>
          <a:ln w="9525">
            <a:solidFill>
              <a:srgbClr val="B4530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ILUSTRATIVO</a:t>
            </a:r>
            <a:endParaRPr lang="en-US" sz="700"/>
          </a:p>
        </p:txBody>
      </p:sp>
      <p:sp>
        <p:nvSpPr>
          <p:cNvPr id="11" name="Text 8"/>
          <p:cNvSpPr/>
          <p:nvPr/>
        </p:nvSpPr>
        <p:spPr>
          <a:xfrm>
            <a:off x="7534656" y="5742432"/>
            <a:ext cx="3941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Fonte: Análise de dados de varejo 2019–2022 (Adriana Shinoda · Programa SCTEC) — Panorama geral, evolução temporal e fluxo de vendas (índice, 2019 = 100).</a:t>
            </a:r>
            <a:endParaRPr lang="en-US" sz="800"/>
          </a:p>
        </p:txBody>
      </p:sp>
      <p:sp>
        <p:nvSpPr>
          <p:cNvPr id="12" name="Text 9">
            <a:hlinkClick r:id="rId4" action="ppaction://hlinksldjump" tooltip="Voltar ao índice"/>
          </p:cNvPr>
          <p:cNvSpPr/>
          <p:nvPr/>
        </p:nvSpPr>
        <p:spPr>
          <a:xfrm>
            <a:off x="10349214" y="6514319"/>
            <a:ext cx="932688" cy="157009"/>
          </a:xfrm>
          <a:prstGeom prst="roundRect">
            <a:avLst>
              <a:gd name="adj" fmla="val 20000"/>
            </a:avLst>
          </a:prstGeom>
          <a:ln w="9525">
            <a:solidFill>
              <a:srgbClr val="0F4C8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action="ppaction://hlinksldjump" tooltip="Voltar ao índi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Índice</a:t>
            </a:r>
            <a:endParaRPr lang="en-US" sz="8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900" name="Nav 01"/>
          <p:cNvSpPr/>
          <p:nvPr/>
        </p:nvSpPr>
        <p:spPr>
          <a:xfrm>
            <a:off x="8061840" y="703320"/>
            <a:ext cx="285000" cy="28500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pt-BR" sz="700"/>
          </a:p>
        </p:txBody>
      </p:sp>
      <p:sp>
        <p:nvSpPr>
          <p:cNvPr id="901" name="Nav 02"/>
          <p:cNvSpPr/>
          <p:nvPr/>
        </p:nvSpPr>
        <p:spPr>
          <a:xfrm>
            <a:off x="841288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pt-BR" sz="700"/>
          </a:p>
        </p:txBody>
      </p:sp>
      <p:sp>
        <p:nvSpPr>
          <p:cNvPr id="902" name="Nav 03"/>
          <p:cNvSpPr/>
          <p:nvPr/>
        </p:nvSpPr>
        <p:spPr>
          <a:xfrm>
            <a:off x="876392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pt-BR" sz="700"/>
          </a:p>
        </p:txBody>
      </p:sp>
      <p:sp>
        <p:nvSpPr>
          <p:cNvPr id="903" name="Nav 04"/>
          <p:cNvSpPr/>
          <p:nvPr/>
        </p:nvSpPr>
        <p:spPr>
          <a:xfrm>
            <a:off x="911496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pt-BR" sz="700"/>
          </a:p>
        </p:txBody>
      </p:sp>
      <p:sp>
        <p:nvSpPr>
          <p:cNvPr id="904" name="Nav 05"/>
          <p:cNvSpPr/>
          <p:nvPr/>
        </p:nvSpPr>
        <p:spPr>
          <a:xfrm>
            <a:off x="946600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pt-BR" sz="700"/>
          </a:p>
        </p:txBody>
      </p:sp>
      <p:sp>
        <p:nvSpPr>
          <p:cNvPr id="905" name="Nav 06"/>
          <p:cNvSpPr/>
          <p:nvPr/>
        </p:nvSpPr>
        <p:spPr>
          <a:xfrm>
            <a:off x="981704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pt-BR" sz="700"/>
          </a:p>
        </p:txBody>
      </p:sp>
      <p:sp>
        <p:nvSpPr>
          <p:cNvPr id="906" name="Nav 07"/>
          <p:cNvSpPr/>
          <p:nvPr/>
        </p:nvSpPr>
        <p:spPr>
          <a:xfrm>
            <a:off x="1016808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pt-BR" sz="700"/>
          </a:p>
        </p:txBody>
      </p:sp>
      <p:sp>
        <p:nvSpPr>
          <p:cNvPr id="907" name="Nav 08"/>
          <p:cNvSpPr/>
          <p:nvPr/>
        </p:nvSpPr>
        <p:spPr>
          <a:xfrm>
            <a:off x="1051912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pt-BR" sz="700"/>
          </a:p>
        </p:txBody>
      </p:sp>
      <p:sp>
        <p:nvSpPr>
          <p:cNvPr id="908" name="Nav 09"/>
          <p:cNvSpPr/>
          <p:nvPr/>
        </p:nvSpPr>
        <p:spPr>
          <a:xfrm>
            <a:off x="1087016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pt-BR" sz="700"/>
          </a:p>
        </p:txBody>
      </p:sp>
      <p:sp>
        <p:nvSpPr>
          <p:cNvPr id="909" name="Nav 10"/>
          <p:cNvSpPr/>
          <p:nvPr/>
        </p:nvSpPr>
        <p:spPr>
          <a:xfrm>
            <a:off x="1122120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pt-BR"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932688" y="457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 da Análise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932688" y="12801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</a:t>
            </a:r>
            <a:r>
              <a:rPr lang="en-US" sz="1050" b="1" kern="0" spc="2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en-US" sz="1050" b="1" kern="0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PERGUNTAS-CHAVE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Transformar dados operacionais em decisões estratégicas. Três perguntas centrais nortearam este estudo: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3410712" cy="2926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85800" y="2743200"/>
            <a:ext cx="3410712" cy="8229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05840" y="3108960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4000"/>
          </a:p>
        </p:txBody>
      </p:sp>
      <p:sp>
        <p:nvSpPr>
          <p:cNvPr id="8" name="Text 6"/>
          <p:cNvSpPr/>
          <p:nvPr/>
        </p:nvSpPr>
        <p:spPr>
          <a:xfrm>
            <a:off x="1024128" y="393192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SAZONALIDADE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1024128" y="4251960"/>
            <a:ext cx="27706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equilibrar a sazonalidade de fim de ano?</a:t>
            </a:r>
            <a:endParaRPr lang="en-US" sz="1500"/>
          </a:p>
        </p:txBody>
      </p:sp>
      <p:sp>
        <p:nvSpPr>
          <p:cNvPr id="10" name="Shape 8"/>
          <p:cNvSpPr/>
          <p:nvPr/>
        </p:nvSpPr>
        <p:spPr>
          <a:xfrm>
            <a:off x="4370832" y="2743200"/>
            <a:ext cx="3410712" cy="2926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370832" y="2743200"/>
            <a:ext cx="3410712" cy="8229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690872" y="3108960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4000"/>
          </a:p>
        </p:txBody>
      </p:sp>
      <p:sp>
        <p:nvSpPr>
          <p:cNvPr id="13" name="Text 11"/>
          <p:cNvSpPr/>
          <p:nvPr/>
        </p:nvSpPr>
        <p:spPr>
          <a:xfrm>
            <a:off x="4709160" y="393192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 REAL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4709160" y="4251960"/>
            <a:ext cx="27706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Quem é o nosso cliente real — o público de volume?</a:t>
            </a:r>
            <a:endParaRPr lang="en-US" sz="1500"/>
          </a:p>
        </p:txBody>
      </p:sp>
      <p:sp>
        <p:nvSpPr>
          <p:cNvPr id="15" name="Shape 13"/>
          <p:cNvSpPr/>
          <p:nvPr/>
        </p:nvSpPr>
        <p:spPr>
          <a:xfrm>
            <a:off x="8055864" y="2743200"/>
            <a:ext cx="3410712" cy="2926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055864" y="2743200"/>
            <a:ext cx="3410712" cy="8229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375904" y="3108960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4000"/>
          </a:p>
        </p:txBody>
      </p:sp>
      <p:sp>
        <p:nvSpPr>
          <p:cNvPr id="18" name="Text 16"/>
          <p:cNvSpPr/>
          <p:nvPr/>
        </p:nvSpPr>
        <p:spPr>
          <a:xfrm>
            <a:off x="8394192" y="393192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FIDELIDADE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8394192" y="4251960"/>
            <a:ext cx="27706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converter fidelidade em aumento de cesta?</a:t>
            </a:r>
            <a:endParaRPr lang="en-US" sz="15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31" name="Text 9">
            <a:hlinkClick r:id="rId3" action="ppaction://hlinksldjump" tooltip="Voltar ao índice"/>
            <a:extLst>
              <a:ext uri="{FF2B5EF4-FFF2-40B4-BE49-F238E27FC236}">
                <a16:creationId xmlns:a16="http://schemas.microsoft.com/office/drawing/2014/main" id="{3DD59E1F-CF5F-B2AB-CB8E-221F32123887}"/>
              </a:ext>
            </a:extLst>
          </p:cNvPr>
          <p:cNvSpPr/>
          <p:nvPr/>
        </p:nvSpPr>
        <p:spPr>
          <a:xfrm>
            <a:off x="10349214" y="6514319"/>
            <a:ext cx="932688" cy="157009"/>
          </a:xfrm>
          <a:prstGeom prst="roundRect">
            <a:avLst>
              <a:gd name="adj" fmla="val 20000"/>
            </a:avLst>
          </a:prstGeom>
          <a:ln w="9525">
            <a:solidFill>
              <a:srgbClr val="0F4C8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action="ppaction://hlinksldjump" tooltip="Voltar ao índi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Índice</a:t>
            </a:r>
            <a:endParaRPr lang="en-US" sz="850"/>
          </a:p>
        </p:txBody>
      </p:sp>
      <p:sp>
        <p:nvSpPr>
          <p:cNvPr id="900" name="Nav 01"/>
          <p:cNvSpPr/>
          <p:nvPr/>
        </p:nvSpPr>
        <p:spPr>
          <a:xfrm>
            <a:off x="806184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pt-BR" sz="700"/>
          </a:p>
        </p:txBody>
      </p:sp>
      <p:sp>
        <p:nvSpPr>
          <p:cNvPr id="901" name="Nav 02"/>
          <p:cNvSpPr/>
          <p:nvPr/>
        </p:nvSpPr>
        <p:spPr>
          <a:xfrm>
            <a:off x="8412880" y="703320"/>
            <a:ext cx="285000" cy="28500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pt-BR" sz="700"/>
          </a:p>
        </p:txBody>
      </p:sp>
      <p:sp>
        <p:nvSpPr>
          <p:cNvPr id="902" name="Nav 03"/>
          <p:cNvSpPr/>
          <p:nvPr/>
        </p:nvSpPr>
        <p:spPr>
          <a:xfrm>
            <a:off x="876392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pt-BR" sz="700"/>
          </a:p>
        </p:txBody>
      </p:sp>
      <p:sp>
        <p:nvSpPr>
          <p:cNvPr id="903" name="Nav 04"/>
          <p:cNvSpPr/>
          <p:nvPr/>
        </p:nvSpPr>
        <p:spPr>
          <a:xfrm>
            <a:off x="911496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pt-BR" sz="700"/>
          </a:p>
        </p:txBody>
      </p:sp>
      <p:sp>
        <p:nvSpPr>
          <p:cNvPr id="904" name="Nav 05"/>
          <p:cNvSpPr/>
          <p:nvPr/>
        </p:nvSpPr>
        <p:spPr>
          <a:xfrm>
            <a:off x="946600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pt-BR" sz="700"/>
          </a:p>
        </p:txBody>
      </p:sp>
      <p:sp>
        <p:nvSpPr>
          <p:cNvPr id="905" name="Nav 06"/>
          <p:cNvSpPr/>
          <p:nvPr/>
        </p:nvSpPr>
        <p:spPr>
          <a:xfrm>
            <a:off x="981704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pt-BR" sz="700"/>
          </a:p>
        </p:txBody>
      </p:sp>
      <p:sp>
        <p:nvSpPr>
          <p:cNvPr id="906" name="Nav 07"/>
          <p:cNvSpPr/>
          <p:nvPr/>
        </p:nvSpPr>
        <p:spPr>
          <a:xfrm>
            <a:off x="1016808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pt-BR" sz="700"/>
          </a:p>
        </p:txBody>
      </p:sp>
      <p:sp>
        <p:nvSpPr>
          <p:cNvPr id="907" name="Nav 08"/>
          <p:cNvSpPr/>
          <p:nvPr/>
        </p:nvSpPr>
        <p:spPr>
          <a:xfrm>
            <a:off x="1051912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pt-BR" sz="700"/>
          </a:p>
        </p:txBody>
      </p:sp>
      <p:sp>
        <p:nvSpPr>
          <p:cNvPr id="908" name="Nav 09"/>
          <p:cNvSpPr/>
          <p:nvPr/>
        </p:nvSpPr>
        <p:spPr>
          <a:xfrm>
            <a:off x="1087016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pt-BR" sz="700"/>
          </a:p>
        </p:txBody>
      </p:sp>
      <p:sp>
        <p:nvSpPr>
          <p:cNvPr id="909" name="Nav 10"/>
          <p:cNvSpPr/>
          <p:nvPr/>
        </p:nvSpPr>
        <p:spPr>
          <a:xfrm>
            <a:off x="1122120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pt-BR" sz="700"/>
          </a:p>
        </p:txBody>
      </p:sp>
      <p:sp>
        <p:nvSpPr>
          <p:cNvPr id="200" name="Icon sun"/>
          <p:cNvSpPr/>
          <p:nvPr/>
        </p:nvSpPr>
        <p:spPr>
          <a:xfrm>
            <a:off x="3536512" y="2905000"/>
            <a:ext cx="360000" cy="360000"/>
          </a:xfrm>
          <a:prstGeom prst="sun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1" name="Icon star5"/>
          <p:cNvSpPr/>
          <p:nvPr/>
        </p:nvSpPr>
        <p:spPr>
          <a:xfrm>
            <a:off x="7221544" y="2905000"/>
            <a:ext cx="360000" cy="360000"/>
          </a:xfrm>
          <a:prstGeom prst="star5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2" name="Icon heart"/>
          <p:cNvSpPr/>
          <p:nvPr/>
        </p:nvSpPr>
        <p:spPr>
          <a:xfrm>
            <a:off x="10906576" y="2905000"/>
            <a:ext cx="360000" cy="360000"/>
          </a:xfrm>
          <a:prstGeom prst="hear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932688" y="457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Metodologia da Análise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932688" y="12801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</a:t>
            </a:r>
            <a:r>
              <a:rPr lang="en-US" sz="1050" b="1" kern="0" spc="2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en-US" sz="1050" b="1" kern="0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ESTRUTURA DA ANÁLISE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estudo foi conduzido em quatro etapas complementares, cada uma gerando insights acionáveis para alavancar o resultado.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2491740" cy="3063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85800" y="2743200"/>
            <a:ext cx="2491740" cy="8229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943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400"/>
          </a:p>
        </p:txBody>
      </p:sp>
      <p:sp>
        <p:nvSpPr>
          <p:cNvPr id="8" name="Text 6"/>
          <p:cNvSpPr/>
          <p:nvPr/>
        </p:nvSpPr>
        <p:spPr>
          <a:xfrm>
            <a:off x="978408" y="3840480"/>
            <a:ext cx="1988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1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PANORAMA DE VENDAS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978408" y="4343400"/>
            <a:ext cx="19888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 de transações ao longo do tempo, ranking de categorias e ticket médio de itens no carrinho.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3451860" y="2743200"/>
            <a:ext cx="2491740" cy="3063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451860" y="2743200"/>
            <a:ext cx="2491740" cy="8229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726180" y="3063240"/>
            <a:ext cx="1943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400"/>
          </a:p>
        </p:txBody>
      </p:sp>
      <p:sp>
        <p:nvSpPr>
          <p:cNvPr id="13" name="Text 11"/>
          <p:cNvSpPr/>
          <p:nvPr/>
        </p:nvSpPr>
        <p:spPr>
          <a:xfrm>
            <a:off x="3744468" y="3840480"/>
            <a:ext cx="1988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1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PERFIL DE CLIENTES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3744468" y="4343400"/>
            <a:ext cx="19888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Consumo por tipo familiar, grupos de maior volume de vendas e comportamento de compra por gênero.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6217920" y="2743200"/>
            <a:ext cx="2491740" cy="3063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217920" y="2743200"/>
            <a:ext cx="2491740" cy="8229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92240" y="3063240"/>
            <a:ext cx="1943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400"/>
          </a:p>
        </p:txBody>
      </p:sp>
      <p:sp>
        <p:nvSpPr>
          <p:cNvPr id="18" name="Text 16"/>
          <p:cNvSpPr/>
          <p:nvPr/>
        </p:nvSpPr>
        <p:spPr>
          <a:xfrm>
            <a:off x="6510528" y="3840480"/>
            <a:ext cx="1988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1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FIDELIDADE E COMPORTAMENTO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6510528" y="4343400"/>
            <a:ext cx="19888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Quadrantes de recência e frequência e diversidade do mix de categorias por cliente.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8983980" y="2743200"/>
            <a:ext cx="2491740" cy="3063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983980" y="2743200"/>
            <a:ext cx="2491740" cy="8229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9258300" y="3063240"/>
            <a:ext cx="1943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400"/>
          </a:p>
        </p:txBody>
      </p:sp>
      <p:sp>
        <p:nvSpPr>
          <p:cNvPr id="23" name="Text 21"/>
          <p:cNvSpPr/>
          <p:nvPr/>
        </p:nvSpPr>
        <p:spPr>
          <a:xfrm>
            <a:off x="9276588" y="3840480"/>
            <a:ext cx="1988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1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ASSOCIAÇÃO DE CATEGORIAS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9276588" y="4343400"/>
            <a:ext cx="19888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Probabilidade de duas categorias serem compradas juntas na mesma cesta (correlação de compra).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68580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Fonte: Análise de dados de varejo 2019–2022 (Adriana Shinoda · Programa SCTEC).</a:t>
            </a:r>
            <a:endParaRPr lang="en-US" sz="85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31" name="Text 9">
            <a:hlinkClick r:id="rId3" action="ppaction://hlinksldjump" tooltip="Voltar ao índice"/>
            <a:extLst>
              <a:ext uri="{FF2B5EF4-FFF2-40B4-BE49-F238E27FC236}">
                <a16:creationId xmlns:a16="http://schemas.microsoft.com/office/drawing/2014/main" id="{B8CF6289-001E-6384-56CE-16F582BBF14D}"/>
              </a:ext>
            </a:extLst>
          </p:cNvPr>
          <p:cNvSpPr/>
          <p:nvPr/>
        </p:nvSpPr>
        <p:spPr>
          <a:xfrm>
            <a:off x="10349214" y="6514319"/>
            <a:ext cx="932688" cy="157009"/>
          </a:xfrm>
          <a:prstGeom prst="roundRect">
            <a:avLst>
              <a:gd name="adj" fmla="val 20000"/>
            </a:avLst>
          </a:prstGeom>
          <a:ln w="9525">
            <a:solidFill>
              <a:srgbClr val="0F4C8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action="ppaction://hlinksldjump" tooltip="Voltar ao índi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Índice</a:t>
            </a:r>
            <a:endParaRPr lang="en-US" sz="850"/>
          </a:p>
        </p:txBody>
      </p:sp>
      <p:sp>
        <p:nvSpPr>
          <p:cNvPr id="900" name="Nav 01"/>
          <p:cNvSpPr/>
          <p:nvPr/>
        </p:nvSpPr>
        <p:spPr>
          <a:xfrm>
            <a:off x="806184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pt-BR" sz="700"/>
          </a:p>
        </p:txBody>
      </p:sp>
      <p:sp>
        <p:nvSpPr>
          <p:cNvPr id="901" name="Nav 02"/>
          <p:cNvSpPr/>
          <p:nvPr/>
        </p:nvSpPr>
        <p:spPr>
          <a:xfrm>
            <a:off x="841288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pt-BR" sz="700"/>
          </a:p>
        </p:txBody>
      </p:sp>
      <p:sp>
        <p:nvSpPr>
          <p:cNvPr id="902" name="Nav 03"/>
          <p:cNvSpPr/>
          <p:nvPr/>
        </p:nvSpPr>
        <p:spPr>
          <a:xfrm>
            <a:off x="8763920" y="703320"/>
            <a:ext cx="285000" cy="28500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pt-BR" sz="700"/>
          </a:p>
        </p:txBody>
      </p:sp>
      <p:sp>
        <p:nvSpPr>
          <p:cNvPr id="903" name="Nav 04"/>
          <p:cNvSpPr/>
          <p:nvPr/>
        </p:nvSpPr>
        <p:spPr>
          <a:xfrm>
            <a:off x="911496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pt-BR" sz="700"/>
          </a:p>
        </p:txBody>
      </p:sp>
      <p:sp>
        <p:nvSpPr>
          <p:cNvPr id="904" name="Nav 05"/>
          <p:cNvSpPr/>
          <p:nvPr/>
        </p:nvSpPr>
        <p:spPr>
          <a:xfrm>
            <a:off x="946600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pt-BR" sz="700"/>
          </a:p>
        </p:txBody>
      </p:sp>
      <p:sp>
        <p:nvSpPr>
          <p:cNvPr id="905" name="Nav 06"/>
          <p:cNvSpPr/>
          <p:nvPr/>
        </p:nvSpPr>
        <p:spPr>
          <a:xfrm>
            <a:off x="981704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pt-BR" sz="700"/>
          </a:p>
        </p:txBody>
      </p:sp>
      <p:sp>
        <p:nvSpPr>
          <p:cNvPr id="906" name="Nav 07"/>
          <p:cNvSpPr/>
          <p:nvPr/>
        </p:nvSpPr>
        <p:spPr>
          <a:xfrm>
            <a:off x="1016808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pt-BR" sz="700"/>
          </a:p>
        </p:txBody>
      </p:sp>
      <p:sp>
        <p:nvSpPr>
          <p:cNvPr id="907" name="Nav 08"/>
          <p:cNvSpPr/>
          <p:nvPr/>
        </p:nvSpPr>
        <p:spPr>
          <a:xfrm>
            <a:off x="1051912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pt-BR" sz="700"/>
          </a:p>
        </p:txBody>
      </p:sp>
      <p:sp>
        <p:nvSpPr>
          <p:cNvPr id="908" name="Nav 09"/>
          <p:cNvSpPr/>
          <p:nvPr/>
        </p:nvSpPr>
        <p:spPr>
          <a:xfrm>
            <a:off x="1087016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pt-BR" sz="700"/>
          </a:p>
        </p:txBody>
      </p:sp>
      <p:sp>
        <p:nvSpPr>
          <p:cNvPr id="909" name="Nav 10"/>
          <p:cNvSpPr/>
          <p:nvPr/>
        </p:nvSpPr>
        <p:spPr>
          <a:xfrm>
            <a:off x="1122120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pt-BR" sz="700"/>
          </a:p>
        </p:txBody>
      </p:sp>
      <p:sp>
        <p:nvSpPr>
          <p:cNvPr id="200" name="Icon upArrow"/>
          <p:cNvSpPr/>
          <p:nvPr/>
        </p:nvSpPr>
        <p:spPr>
          <a:xfrm>
            <a:off x="2717540" y="2890000"/>
            <a:ext cx="300000" cy="300000"/>
          </a:xfrm>
          <a:prstGeom prst="upArrow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1" name="Icon star5"/>
          <p:cNvSpPr/>
          <p:nvPr/>
        </p:nvSpPr>
        <p:spPr>
          <a:xfrm>
            <a:off x="5483600" y="2890000"/>
            <a:ext cx="300000" cy="300000"/>
          </a:xfrm>
          <a:prstGeom prst="star5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2" name="Icon heart"/>
          <p:cNvSpPr/>
          <p:nvPr/>
        </p:nvSpPr>
        <p:spPr>
          <a:xfrm>
            <a:off x="8249660" y="2890000"/>
            <a:ext cx="300000" cy="300000"/>
          </a:xfrm>
          <a:prstGeom prst="hear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3" name="Icon plus"/>
          <p:cNvSpPr/>
          <p:nvPr/>
        </p:nvSpPr>
        <p:spPr>
          <a:xfrm>
            <a:off x="11015720" y="2890000"/>
            <a:ext cx="300000" cy="300000"/>
          </a:xfrm>
          <a:prstGeom prst="plus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Divider Image"/>
          <p:cNvPicPr>
            <a:picLocks noChangeAspect="1"/>
          </p:cNvPicPr>
          <p:nvPr/>
        </p:nvPicPr>
        <p:blipFill>
          <a:blip r:embed="rId3"/>
          <a:srcRect t="3117" b="3117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sp>
        <p:nvSpPr>
          <p:cNvPr id="4" name="Eyebrow"/>
          <p:cNvSpPr/>
          <p:nvPr/>
        </p:nvSpPr>
        <p:spPr>
          <a:xfrm>
            <a:off x="685800" y="170688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spc="3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2 DE 3</a:t>
            </a:r>
            <a:endParaRPr lang="pt-BR" sz="1300"/>
          </a:p>
        </p:txBody>
      </p:sp>
      <p:sp>
        <p:nvSpPr>
          <p:cNvPr id="5" name="Rule"/>
          <p:cNvSpPr/>
          <p:nvPr/>
        </p:nvSpPr>
        <p:spPr>
          <a:xfrm>
            <a:off x="685800" y="2072640"/>
            <a:ext cx="82296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itle"/>
          <p:cNvSpPr/>
          <p:nvPr/>
        </p:nvSpPr>
        <p:spPr>
          <a:xfrm>
            <a:off x="685800" y="2318640"/>
            <a:ext cx="617220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pt-BR" sz="36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Análise</a:t>
            </a:r>
          </a:p>
          <a:p>
            <a:pPr marL="0" indent="0" algn="l">
              <a:lnSpc>
                <a:spcPct val="102000"/>
              </a:lnSpc>
              <a:buNone/>
            </a:pPr>
            <a:r>
              <a:rPr lang="pt-BR" sz="36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Descobertas</a:t>
            </a:r>
          </a:p>
        </p:txBody>
      </p:sp>
      <p:sp>
        <p:nvSpPr>
          <p:cNvPr id="7" name="Desc"/>
          <p:cNvSpPr/>
          <p:nvPr/>
        </p:nvSpPr>
        <p:spPr>
          <a:xfrm>
            <a:off x="685800" y="4160520"/>
            <a:ext cx="6172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pt-BR" sz="140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os dados revelam sobre o cliente, a sazonalidade, o ticket de cesta, a sinergia de categorias e a maturidade da base.</a:t>
            </a:r>
            <a:endParaRPr lang="pt-BR" sz="1400"/>
          </a:p>
        </p:txBody>
      </p:sp>
      <p:sp>
        <p:nvSpPr>
          <p:cNvPr id="8" name="Sections"/>
          <p:cNvSpPr/>
          <p:nvPr/>
        </p:nvSpPr>
        <p:spPr>
          <a:xfrm>
            <a:off x="685800" y="5029200"/>
            <a:ext cx="6172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400" b="1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r>
              <a:rPr lang="pt-BR" sz="140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  ·  </a:t>
            </a:r>
            <a:r>
              <a:rPr lang="pt-BR" sz="14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Desmistificando o Perfil do Cliente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400" b="1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r>
              <a:rPr lang="pt-BR" sz="140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  ·  </a:t>
            </a:r>
            <a:r>
              <a:rPr lang="pt-BR" sz="14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Desafio da Sazonalidade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400" b="1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r>
              <a:rPr lang="pt-BR" sz="140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  ·  </a:t>
            </a:r>
            <a:r>
              <a:rPr lang="pt-BR" sz="14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Três Perfis de Abastecimento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400" b="1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r>
              <a:rPr lang="pt-BR" sz="140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  ·  </a:t>
            </a:r>
            <a:r>
              <a:rPr lang="pt-BR" sz="14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Sinergia entre Categorias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400" b="1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r>
              <a:rPr lang="pt-BR" sz="140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  ·  </a:t>
            </a:r>
            <a:r>
              <a:rPr lang="pt-BR" sz="14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Maturidade e Fidelidade da Base</a:t>
            </a:r>
          </a:p>
        </p:txBody>
      </p:sp>
      <p:sp>
        <p:nvSpPr>
          <p:cNvPr id="9" name="PageNum"/>
          <p:cNvSpPr/>
          <p:nvPr/>
        </p:nvSpPr>
        <p:spPr>
          <a:xfrm>
            <a:off x="685800" y="6455664"/>
            <a:ext cx="15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fld id="{F7021451-1387-4CA6-816F-3879F97B5CBC}" type="slidenum">
              <a:rPr lang="en-US" sz="900" b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fld>
            <a:endParaRPr lang="en-US" sz="900">
              <a:solidFill>
                <a:srgbClr val="6B7280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932688" y="457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Desmistificando o Perfil do Cliente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32688" y="12801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</a:t>
            </a:r>
            <a:r>
              <a:rPr lang="en-US" sz="1050" b="1" kern="0" spc="2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en-US" sz="1050" b="1" kern="0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PERFIL DO CLIENTE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107899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COMPORTAMENTO OBSERVADO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2121408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Clientes sem filhos — solteiros, separados </a:t>
            </a: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</a:t>
            </a:r>
            <a:r>
              <a:rPr lang="en-US" sz="13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casados — geram o </a:t>
            </a: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maior </a:t>
            </a:r>
            <a:r>
              <a:rPr lang="en-US" sz="13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 bruto </a:t>
            </a: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</a:t>
            </a:r>
            <a:r>
              <a:rPr lang="en-US" sz="13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itens</a:t>
            </a: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r>
              <a:rPr lang="en-US" sz="13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Viúvos </a:t>
            </a: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 </a:t>
            </a:r>
            <a:r>
              <a:rPr lang="en-US" sz="13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filhos têm o maior ticket médio (38,56 itens), mas representam apenas ~2% do volume total</a:t>
            </a: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3456432"/>
            <a:ext cx="4160520" cy="1234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3456432"/>
            <a:ext cx="82296" cy="123444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960120" y="3456432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</a:t>
            </a:r>
            <a:r>
              <a:rPr lang="en-US" sz="1300" b="1" i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volume de vendas não reside em nichos, mas </a:t>
            </a:r>
            <a:r>
              <a:rPr lang="en-US" sz="1300" b="1" i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 </a:t>
            </a:r>
            <a:r>
              <a:rPr lang="en-US" sz="1300" b="1" i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massa </a:t>
            </a:r>
            <a:r>
              <a:rPr lang="en-US" sz="1300" b="1" i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</a:t>
            </a:r>
            <a:r>
              <a:rPr lang="en-US" sz="1300" b="1" i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clientes sem filhos</a:t>
            </a:r>
            <a:r>
              <a:rPr lang="en-US" sz="1300" b="1" i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937760"/>
            <a:ext cx="41605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0" descr="Ícone de lâmpada indicando recomendaç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12064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07592" y="510235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RECOMENDAÇÃO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307592" y="5394960"/>
            <a:ext cx="3538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Direcionar conveniência e agilidade (porções individuais </a:t>
            </a: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</a:t>
            </a:r>
            <a:r>
              <a:rPr lang="en-US" sz="12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autoatendimento) </a:t>
            </a: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</a:t>
            </a:r>
            <a:r>
              <a:rPr lang="en-US" sz="12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público sem filhos</a:t>
            </a: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40680" y="1828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 total </a:t>
            </a:r>
            <a:r>
              <a:rPr lang="en-US" sz="115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</a:t>
            </a:r>
            <a:r>
              <a:rPr lang="en-US" sz="115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itens vendidos por perfil </a:t>
            </a:r>
            <a:r>
              <a:rPr lang="en-US" sz="115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</a:t>
            </a:r>
            <a:r>
              <a:rPr lang="en-US" sz="115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un.)</a:t>
            </a:r>
            <a:endParaRPr lang="en-US" sz="1150" dirty="0"/>
          </a:p>
        </p:txBody>
      </p:sp>
      <p:graphicFrame>
        <p:nvGraphicFramePr>
          <p:cNvPr id="15" name="Chart 0"/>
          <p:cNvGraphicFramePr/>
          <p:nvPr>
            <p:extLst>
              <p:ext uri="{D42A27DB-BD31-4B8C-83A1-F6EECF244321}">
                <p14:modId xmlns:p14="http://schemas.microsoft.com/office/powerpoint/2010/main" val="1453246900"/>
              </p:ext>
            </p:extLst>
          </p:nvPr>
        </p:nvGraphicFramePr>
        <p:xfrm>
          <a:off x="5349240" y="2194560"/>
          <a:ext cx="61264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 12"/>
          <p:cNvSpPr/>
          <p:nvPr/>
        </p:nvSpPr>
        <p:spPr>
          <a:xfrm>
            <a:off x="5440680" y="5797296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REAIS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6483096" y="5806440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Fonte: Análise de dados de varejo 2019–2022 (Adriana Shinoda · Programa SCTEC) — </a:t>
            </a:r>
            <a:r>
              <a:rPr lang="en-US" sz="80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Perfil de clientes, massa </a:t>
            </a: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</a:t>
            </a:r>
            <a:r>
              <a:rPr lang="en-US" sz="80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vendas </a:t>
            </a: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</a:t>
            </a:r>
            <a:r>
              <a:rPr lang="en-US" sz="80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perfil familiar.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20" name="Text 9">
            <a:hlinkClick r:id="rId5" action="ppaction://hlinksldjump" tooltip="Voltar ao índice"/>
            <a:extLst>
              <a:ext uri="{FF2B5EF4-FFF2-40B4-BE49-F238E27FC236}">
                <a16:creationId xmlns:a16="http://schemas.microsoft.com/office/drawing/2014/main" id="{A0BF31A0-C255-524E-C747-1D5D788D6842}"/>
              </a:ext>
            </a:extLst>
          </p:cNvPr>
          <p:cNvSpPr/>
          <p:nvPr/>
        </p:nvSpPr>
        <p:spPr>
          <a:xfrm>
            <a:off x="10349214" y="6514319"/>
            <a:ext cx="932688" cy="157009"/>
          </a:xfrm>
          <a:prstGeom prst="roundRect">
            <a:avLst>
              <a:gd name="adj" fmla="val 20000"/>
            </a:avLst>
          </a:prstGeom>
          <a:ln w="9525">
            <a:solidFill>
              <a:srgbClr val="0F4C8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 action="ppaction://hlinksldjump" tooltip="Voltar ao índi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Índice</a:t>
            </a:r>
            <a:endParaRPr lang="en-US" sz="850"/>
          </a:p>
        </p:txBody>
      </p:sp>
      <p:sp>
        <p:nvSpPr>
          <p:cNvPr id="900" name="Nav 01"/>
          <p:cNvSpPr/>
          <p:nvPr/>
        </p:nvSpPr>
        <p:spPr>
          <a:xfrm>
            <a:off x="806184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pt-BR" sz="700"/>
          </a:p>
        </p:txBody>
      </p:sp>
      <p:sp>
        <p:nvSpPr>
          <p:cNvPr id="901" name="Nav 02"/>
          <p:cNvSpPr/>
          <p:nvPr/>
        </p:nvSpPr>
        <p:spPr>
          <a:xfrm>
            <a:off x="841288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pt-BR" sz="700"/>
          </a:p>
        </p:txBody>
      </p:sp>
      <p:sp>
        <p:nvSpPr>
          <p:cNvPr id="902" name="Nav 03"/>
          <p:cNvSpPr/>
          <p:nvPr/>
        </p:nvSpPr>
        <p:spPr>
          <a:xfrm>
            <a:off x="876392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pt-BR" sz="700"/>
          </a:p>
        </p:txBody>
      </p:sp>
      <p:sp>
        <p:nvSpPr>
          <p:cNvPr id="903" name="Nav 04"/>
          <p:cNvSpPr/>
          <p:nvPr/>
        </p:nvSpPr>
        <p:spPr>
          <a:xfrm>
            <a:off x="9114960" y="703320"/>
            <a:ext cx="285000" cy="28500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pt-BR" sz="700"/>
          </a:p>
        </p:txBody>
      </p:sp>
      <p:sp>
        <p:nvSpPr>
          <p:cNvPr id="904" name="Nav 05"/>
          <p:cNvSpPr/>
          <p:nvPr/>
        </p:nvSpPr>
        <p:spPr>
          <a:xfrm>
            <a:off x="946600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pt-BR" sz="700"/>
          </a:p>
        </p:txBody>
      </p:sp>
      <p:sp>
        <p:nvSpPr>
          <p:cNvPr id="905" name="Nav 06"/>
          <p:cNvSpPr/>
          <p:nvPr/>
        </p:nvSpPr>
        <p:spPr>
          <a:xfrm>
            <a:off x="981704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pt-BR" sz="700"/>
          </a:p>
        </p:txBody>
      </p:sp>
      <p:sp>
        <p:nvSpPr>
          <p:cNvPr id="906" name="Nav 07"/>
          <p:cNvSpPr/>
          <p:nvPr/>
        </p:nvSpPr>
        <p:spPr>
          <a:xfrm>
            <a:off x="1016808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pt-BR" sz="700"/>
          </a:p>
        </p:txBody>
      </p:sp>
      <p:sp>
        <p:nvSpPr>
          <p:cNvPr id="907" name="Nav 08"/>
          <p:cNvSpPr/>
          <p:nvPr/>
        </p:nvSpPr>
        <p:spPr>
          <a:xfrm>
            <a:off x="1051912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pt-BR" sz="700"/>
          </a:p>
        </p:txBody>
      </p:sp>
      <p:sp>
        <p:nvSpPr>
          <p:cNvPr id="908" name="Nav 09"/>
          <p:cNvSpPr/>
          <p:nvPr/>
        </p:nvSpPr>
        <p:spPr>
          <a:xfrm>
            <a:off x="1087016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pt-BR" sz="700"/>
          </a:p>
        </p:txBody>
      </p:sp>
      <p:sp>
        <p:nvSpPr>
          <p:cNvPr id="909" name="Nav 10"/>
          <p:cNvSpPr/>
          <p:nvPr/>
        </p:nvSpPr>
        <p:spPr>
          <a:xfrm>
            <a:off x="1122120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pt-BR" sz="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932688" y="457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Desafio </a:t>
            </a:r>
            <a:r>
              <a:rPr lang="en-US" sz="26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 </a:t>
            </a:r>
            <a:r>
              <a:rPr lang="en-US" sz="26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Sazonalidade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32688" y="12801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</a:t>
            </a:r>
            <a:r>
              <a:rPr lang="en-US" sz="1050" b="1" kern="0" spc="2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en-US" sz="1050" b="1" kern="0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SAZONALIDADE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107899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COMPORTAMENTO OBSERVADO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2121408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faturamento depende fortemente das festas de fim </a:t>
            </a: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</a:t>
            </a:r>
            <a:r>
              <a:rPr lang="en-US" sz="13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</a:t>
            </a: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3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 picos na transição </a:t>
            </a: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</a:t>
            </a:r>
            <a:r>
              <a:rPr lang="en-US" sz="13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</a:t>
            </a: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r>
              <a:rPr lang="en-US" sz="13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Há ainda um alerta: retração contínua desde janeiro </a:t>
            </a: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</a:t>
            </a:r>
            <a:r>
              <a:rPr lang="en-US" sz="13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2022, atingindo a mínima histórica em agosto </a:t>
            </a: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</a:t>
            </a:r>
            <a:r>
              <a:rPr lang="en-US" sz="13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</a:t>
            </a: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3456432"/>
            <a:ext cx="4160520" cy="1234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3456432"/>
            <a:ext cx="82296" cy="123444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960120" y="3456432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“Nossa </a:t>
            </a:r>
            <a:r>
              <a:rPr lang="en-US" sz="1300" b="1" i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operação é refém da sazonalidade, limitando a previsibilidade</a:t>
            </a:r>
            <a:r>
              <a:rPr lang="en-US" sz="1300" b="1" i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937760"/>
            <a:ext cx="41605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0" descr="Ícone de lâmpada indicando recomendaç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12064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07592" y="510235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RECOMENDAÇÃO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307592" y="5394960"/>
            <a:ext cx="3538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Distribuir campanhas ao longo do ano para reduzir a dependência do fim de ano </a:t>
            </a: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</a:t>
            </a:r>
            <a:r>
              <a:rPr lang="en-US" sz="12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investigar a retração </a:t>
            </a: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</a:t>
            </a:r>
            <a:r>
              <a:rPr lang="en-US" sz="12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 (fatores macro ou integridade dos dados).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40680" y="1828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Sazonalidade do faturamento ao longo </a:t>
            </a:r>
            <a:r>
              <a:rPr lang="en-US" sz="115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</a:t>
            </a:r>
            <a:r>
              <a:rPr lang="en-US" sz="115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 (índice)</a:t>
            </a:r>
            <a:endParaRPr lang="en-US" sz="1150" dirty="0"/>
          </a:p>
        </p:txBody>
      </p:sp>
      <p:graphicFrame>
        <p:nvGraphicFramePr>
          <p:cNvPr id="15" name="Chart 0"/>
          <p:cNvGraphicFramePr/>
          <p:nvPr>
            <p:extLst>
              <p:ext uri="{D42A27DB-BD31-4B8C-83A1-F6EECF244321}">
                <p14:modId xmlns:p14="http://schemas.microsoft.com/office/powerpoint/2010/main" val="3201945265"/>
              </p:ext>
            </p:extLst>
          </p:nvPr>
        </p:nvGraphicFramePr>
        <p:xfrm>
          <a:off x="5349240" y="2194560"/>
          <a:ext cx="61264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 12"/>
          <p:cNvSpPr/>
          <p:nvPr/>
        </p:nvSpPr>
        <p:spPr>
          <a:xfrm>
            <a:off x="5440680" y="5797296"/>
            <a:ext cx="932688" cy="219456"/>
          </a:xfrm>
          <a:prstGeom prst="roundRect">
            <a:avLst>
              <a:gd name="adj" fmla="val 20833"/>
            </a:avLst>
          </a:prstGeom>
          <a:ln w="9525">
            <a:solidFill>
              <a:srgbClr val="B4530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ILUSTRATIVO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6483096" y="5806440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Fonte: Análise de dados de varejo 2019–2022 (Adriana Shinoda · Programa SCTEC) — </a:t>
            </a:r>
            <a:r>
              <a:rPr lang="en-US" sz="80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Panorama geral</a:t>
            </a: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80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evolução temporal e sazonalidade </a:t>
            </a: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</a:t>
            </a:r>
            <a:r>
              <a:rPr lang="en-US" sz="80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índice mensal</a:t>
            </a: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20" name="Text 9">
            <a:hlinkClick r:id="rId5" action="ppaction://hlinksldjump" tooltip="Voltar ao índice"/>
            <a:extLst>
              <a:ext uri="{FF2B5EF4-FFF2-40B4-BE49-F238E27FC236}">
                <a16:creationId xmlns:a16="http://schemas.microsoft.com/office/drawing/2014/main" id="{8CF1D3AC-1944-C37C-8F1F-B3E7016443AA}"/>
              </a:ext>
            </a:extLst>
          </p:cNvPr>
          <p:cNvSpPr/>
          <p:nvPr/>
        </p:nvSpPr>
        <p:spPr>
          <a:xfrm>
            <a:off x="10349214" y="6514319"/>
            <a:ext cx="932688" cy="157009"/>
          </a:xfrm>
          <a:prstGeom prst="roundRect">
            <a:avLst>
              <a:gd name="adj" fmla="val 20000"/>
            </a:avLst>
          </a:prstGeom>
          <a:ln w="9525">
            <a:solidFill>
              <a:srgbClr val="0F4C8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 action="ppaction://hlinksldjump" tooltip="Voltar ao índi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Índice</a:t>
            </a:r>
            <a:endParaRPr lang="en-US" sz="850"/>
          </a:p>
        </p:txBody>
      </p:sp>
      <p:sp>
        <p:nvSpPr>
          <p:cNvPr id="900" name="Nav 01"/>
          <p:cNvSpPr/>
          <p:nvPr/>
        </p:nvSpPr>
        <p:spPr>
          <a:xfrm>
            <a:off x="806184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pt-BR" sz="700"/>
          </a:p>
        </p:txBody>
      </p:sp>
      <p:sp>
        <p:nvSpPr>
          <p:cNvPr id="901" name="Nav 02"/>
          <p:cNvSpPr/>
          <p:nvPr/>
        </p:nvSpPr>
        <p:spPr>
          <a:xfrm>
            <a:off x="841288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pt-BR" sz="700"/>
          </a:p>
        </p:txBody>
      </p:sp>
      <p:sp>
        <p:nvSpPr>
          <p:cNvPr id="902" name="Nav 03"/>
          <p:cNvSpPr/>
          <p:nvPr/>
        </p:nvSpPr>
        <p:spPr>
          <a:xfrm>
            <a:off x="876392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pt-BR" sz="700"/>
          </a:p>
        </p:txBody>
      </p:sp>
      <p:sp>
        <p:nvSpPr>
          <p:cNvPr id="903" name="Nav 04"/>
          <p:cNvSpPr/>
          <p:nvPr/>
        </p:nvSpPr>
        <p:spPr>
          <a:xfrm>
            <a:off x="911496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pt-BR" sz="700"/>
          </a:p>
        </p:txBody>
      </p:sp>
      <p:sp>
        <p:nvSpPr>
          <p:cNvPr id="904" name="Nav 05"/>
          <p:cNvSpPr/>
          <p:nvPr/>
        </p:nvSpPr>
        <p:spPr>
          <a:xfrm>
            <a:off x="9466000" y="703320"/>
            <a:ext cx="285000" cy="28500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pt-BR" sz="700"/>
          </a:p>
        </p:txBody>
      </p:sp>
      <p:sp>
        <p:nvSpPr>
          <p:cNvPr id="905" name="Nav 06"/>
          <p:cNvSpPr/>
          <p:nvPr/>
        </p:nvSpPr>
        <p:spPr>
          <a:xfrm>
            <a:off x="981704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pt-BR" sz="700"/>
          </a:p>
        </p:txBody>
      </p:sp>
      <p:sp>
        <p:nvSpPr>
          <p:cNvPr id="906" name="Nav 07"/>
          <p:cNvSpPr/>
          <p:nvPr/>
        </p:nvSpPr>
        <p:spPr>
          <a:xfrm>
            <a:off x="1016808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pt-BR" sz="700"/>
          </a:p>
        </p:txBody>
      </p:sp>
      <p:sp>
        <p:nvSpPr>
          <p:cNvPr id="907" name="Nav 08"/>
          <p:cNvSpPr/>
          <p:nvPr/>
        </p:nvSpPr>
        <p:spPr>
          <a:xfrm>
            <a:off x="1051912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pt-BR" sz="700"/>
          </a:p>
        </p:txBody>
      </p:sp>
      <p:sp>
        <p:nvSpPr>
          <p:cNvPr id="908" name="Nav 09"/>
          <p:cNvSpPr/>
          <p:nvPr/>
        </p:nvSpPr>
        <p:spPr>
          <a:xfrm>
            <a:off x="1087016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pt-BR" sz="700"/>
          </a:p>
        </p:txBody>
      </p:sp>
      <p:sp>
        <p:nvSpPr>
          <p:cNvPr id="909" name="Nav 10"/>
          <p:cNvSpPr/>
          <p:nvPr/>
        </p:nvSpPr>
        <p:spPr>
          <a:xfrm>
            <a:off x="1122120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pt-BR" sz="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932688" y="457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Três Perfis de Abastecimento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932688" y="12801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</a:t>
            </a:r>
            <a:r>
              <a:rPr lang="en-US" sz="1050" b="1" kern="0" spc="2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en-US" sz="1050" b="1" kern="0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</a:t>
            </a:r>
            <a:r>
              <a:rPr lang="en-US" sz="1050" b="1" kern="0" spc="2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</a:t>
            </a:r>
            <a:r>
              <a:rPr lang="en-US" sz="1050" b="1" kern="0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CESTA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107899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COMPORTAMENTO OBSERVADO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685800" y="2121408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carrinho médio tem ~35 itens (mediana 37), posicionando a rede como compra de reposição. A curva é multimodal, com três comportamentos distintos — 10, 32 e 55 itens — e forte concentração de pedidos na faixa de 50–55.</a:t>
            </a:r>
            <a:endParaRPr lang="en-US" sz="1350"/>
          </a:p>
        </p:txBody>
      </p:sp>
      <p:sp>
        <p:nvSpPr>
          <p:cNvPr id="7" name="Shape 5"/>
          <p:cNvSpPr/>
          <p:nvPr/>
        </p:nvSpPr>
        <p:spPr>
          <a:xfrm>
            <a:off x="685800" y="3456432"/>
            <a:ext cx="4160520" cy="1234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3456432"/>
            <a:ext cx="82296" cy="123444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960120" y="3456432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i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“Pequenos estímulos elevam o patamar médio de abastecimento.”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85800" y="4937760"/>
            <a:ext cx="41605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0" descr="Ícone de lâmpada indicando recomendaç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12064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07592" y="510235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RECOMENDAÇÃO</a:t>
            </a:r>
            <a:endParaRPr lang="en-US" sz="1050"/>
          </a:p>
        </p:txBody>
      </p:sp>
      <p:sp>
        <p:nvSpPr>
          <p:cNvPr id="13" name="Text 10"/>
          <p:cNvSpPr/>
          <p:nvPr/>
        </p:nvSpPr>
        <p:spPr>
          <a:xfrm>
            <a:off x="1307592" y="5394960"/>
            <a:ext cx="3538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Estimular a migração dos grupos de 10 e 32 itens para cestas maiores e reforçar o bolsão de 50–55, o principal potencial de volume.</a:t>
            </a:r>
            <a:endParaRPr lang="en-US" sz="1250"/>
          </a:p>
        </p:txBody>
      </p:sp>
      <p:sp>
        <p:nvSpPr>
          <p:cNvPr id="14" name="Text 11"/>
          <p:cNvSpPr/>
          <p:nvPr/>
        </p:nvSpPr>
        <p:spPr>
          <a:xfrm>
            <a:off x="5440680" y="1828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Distribuição de itens por pedido (frequência)</a:t>
            </a:r>
            <a:endParaRPr lang="en-US" sz="1150"/>
          </a:p>
        </p:txBody>
      </p:sp>
      <p:graphicFrame>
        <p:nvGraphicFramePr>
          <p:cNvPr id="15" name="Chart 0"/>
          <p:cNvGraphicFramePr/>
          <p:nvPr>
            <p:extLst>
              <p:ext uri="{D42A27DB-BD31-4B8C-83A1-F6EECF244321}">
                <p14:modId xmlns:p14="http://schemas.microsoft.com/office/powerpoint/2010/main" val="1786277726"/>
              </p:ext>
            </p:extLst>
          </p:nvPr>
        </p:nvGraphicFramePr>
        <p:xfrm>
          <a:off x="5349240" y="2194560"/>
          <a:ext cx="61264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 12"/>
          <p:cNvSpPr/>
          <p:nvPr/>
        </p:nvSpPr>
        <p:spPr>
          <a:xfrm>
            <a:off x="5440680" y="5797296"/>
            <a:ext cx="932688" cy="219456"/>
          </a:xfrm>
          <a:prstGeom prst="roundRect">
            <a:avLst>
              <a:gd name="adj" fmla="val 20833"/>
            </a:avLst>
          </a:prstGeom>
          <a:ln w="9525">
            <a:solidFill>
              <a:srgbClr val="B4530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ILUSTRATIVO</a:t>
            </a:r>
            <a:endParaRPr lang="en-US" sz="700"/>
          </a:p>
        </p:txBody>
      </p:sp>
      <p:sp>
        <p:nvSpPr>
          <p:cNvPr id="17" name="Text 13"/>
          <p:cNvSpPr/>
          <p:nvPr/>
        </p:nvSpPr>
        <p:spPr>
          <a:xfrm>
            <a:off x="6483096" y="5806440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Fonte: Análise de dados de varejo 2019–2022 (Adriana Shinoda · Programa SCTEC) — Panorama geral, comportamento do carrinho (ticket médio de itens).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20" name="Text 9">
            <a:hlinkClick r:id="rId5" action="ppaction://hlinksldjump" tooltip="Voltar ao índice"/>
            <a:extLst>
              <a:ext uri="{FF2B5EF4-FFF2-40B4-BE49-F238E27FC236}">
                <a16:creationId xmlns:a16="http://schemas.microsoft.com/office/drawing/2014/main" id="{A002D037-28CF-5734-9197-7FAA13C819C4}"/>
              </a:ext>
            </a:extLst>
          </p:cNvPr>
          <p:cNvSpPr/>
          <p:nvPr/>
        </p:nvSpPr>
        <p:spPr>
          <a:xfrm>
            <a:off x="10349214" y="6514319"/>
            <a:ext cx="932688" cy="157009"/>
          </a:xfrm>
          <a:prstGeom prst="roundRect">
            <a:avLst>
              <a:gd name="adj" fmla="val 20000"/>
            </a:avLst>
          </a:prstGeom>
          <a:ln w="9525">
            <a:solidFill>
              <a:srgbClr val="0F4C8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 action="ppaction://hlinksldjump" tooltip="Voltar ao índi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Índice</a:t>
            </a:r>
            <a:endParaRPr lang="en-US" sz="850"/>
          </a:p>
        </p:txBody>
      </p:sp>
      <p:sp>
        <p:nvSpPr>
          <p:cNvPr id="900" name="Nav 01"/>
          <p:cNvSpPr/>
          <p:nvPr/>
        </p:nvSpPr>
        <p:spPr>
          <a:xfrm>
            <a:off x="806184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pt-BR" sz="700"/>
          </a:p>
        </p:txBody>
      </p:sp>
      <p:sp>
        <p:nvSpPr>
          <p:cNvPr id="901" name="Nav 02"/>
          <p:cNvSpPr/>
          <p:nvPr/>
        </p:nvSpPr>
        <p:spPr>
          <a:xfrm>
            <a:off x="841288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pt-BR" sz="700"/>
          </a:p>
        </p:txBody>
      </p:sp>
      <p:sp>
        <p:nvSpPr>
          <p:cNvPr id="902" name="Nav 03"/>
          <p:cNvSpPr/>
          <p:nvPr/>
        </p:nvSpPr>
        <p:spPr>
          <a:xfrm>
            <a:off x="876392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pt-BR" sz="700"/>
          </a:p>
        </p:txBody>
      </p:sp>
      <p:sp>
        <p:nvSpPr>
          <p:cNvPr id="903" name="Nav 04"/>
          <p:cNvSpPr/>
          <p:nvPr/>
        </p:nvSpPr>
        <p:spPr>
          <a:xfrm>
            <a:off x="911496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pt-BR" sz="700"/>
          </a:p>
        </p:txBody>
      </p:sp>
      <p:sp>
        <p:nvSpPr>
          <p:cNvPr id="904" name="Nav 05"/>
          <p:cNvSpPr/>
          <p:nvPr/>
        </p:nvSpPr>
        <p:spPr>
          <a:xfrm>
            <a:off x="946600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pt-BR" sz="700"/>
          </a:p>
        </p:txBody>
      </p:sp>
      <p:sp>
        <p:nvSpPr>
          <p:cNvPr id="905" name="Nav 06"/>
          <p:cNvSpPr/>
          <p:nvPr/>
        </p:nvSpPr>
        <p:spPr>
          <a:xfrm>
            <a:off x="9817040" y="703320"/>
            <a:ext cx="285000" cy="28500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pt-BR" sz="700"/>
          </a:p>
        </p:txBody>
      </p:sp>
      <p:sp>
        <p:nvSpPr>
          <p:cNvPr id="906" name="Nav 07"/>
          <p:cNvSpPr/>
          <p:nvPr/>
        </p:nvSpPr>
        <p:spPr>
          <a:xfrm>
            <a:off x="1016808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pt-BR" sz="700"/>
          </a:p>
        </p:txBody>
      </p:sp>
      <p:sp>
        <p:nvSpPr>
          <p:cNvPr id="907" name="Nav 08"/>
          <p:cNvSpPr/>
          <p:nvPr/>
        </p:nvSpPr>
        <p:spPr>
          <a:xfrm>
            <a:off x="1051912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pt-BR" sz="700"/>
          </a:p>
        </p:txBody>
      </p:sp>
      <p:sp>
        <p:nvSpPr>
          <p:cNvPr id="908" name="Nav 09"/>
          <p:cNvSpPr/>
          <p:nvPr/>
        </p:nvSpPr>
        <p:spPr>
          <a:xfrm>
            <a:off x="1087016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pt-BR" sz="700"/>
          </a:p>
        </p:txBody>
      </p:sp>
      <p:sp>
        <p:nvSpPr>
          <p:cNvPr id="909" name="Nav 10"/>
          <p:cNvSpPr/>
          <p:nvPr/>
        </p:nvSpPr>
        <p:spPr>
          <a:xfrm>
            <a:off x="1122120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pt-BR" sz="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932688" y="457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Sinergia entre Categorias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932688" y="12801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</a:t>
            </a:r>
            <a:r>
              <a:rPr lang="en-US" sz="1050" b="1" kern="0" spc="2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en-US" sz="1050" b="1" kern="0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CATEGORIAS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107899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COMPORTAMENTO OBSERVADO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685800" y="2121408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Higiene e Limpeza têm a maior correlação de compra, seguidas de perto por Bebidas e Pets. Alimentos, apesar de locomotiva em volume, tem as correlações mais baixas com quase todas as categorias.</a:t>
            </a:r>
            <a:endParaRPr lang="en-US" sz="1350"/>
          </a:p>
        </p:txBody>
      </p:sp>
      <p:sp>
        <p:nvSpPr>
          <p:cNvPr id="7" name="Shape 5"/>
          <p:cNvSpPr/>
          <p:nvPr/>
        </p:nvSpPr>
        <p:spPr>
          <a:xfrm>
            <a:off x="685800" y="3456432"/>
            <a:ext cx="4160520" cy="1234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3456432"/>
            <a:ext cx="82296" cy="123444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960120" y="3456432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i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 conveniência na vizinhança de produtos aumenta o ticket por cesta.”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937760"/>
            <a:ext cx="41605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0" descr="Ícone de lâmpada indicando recomendaç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12064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07592" y="510235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RECOMENDAÇÃO</a:t>
            </a:r>
            <a:endParaRPr lang="en-US" sz="1050"/>
          </a:p>
        </p:txBody>
      </p:sp>
      <p:sp>
        <p:nvSpPr>
          <p:cNvPr id="13" name="Text 10"/>
          <p:cNvSpPr/>
          <p:nvPr/>
        </p:nvSpPr>
        <p:spPr>
          <a:xfrm>
            <a:off x="1307592" y="5394960"/>
            <a:ext cx="3538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Explorar o cross-merchandising Higiene + Limpeza e usar a força de Alimentos para alavancar categorias de maior margem, como Pet e Acessórios.</a:t>
            </a:r>
            <a:endParaRPr lang="en-US" sz="1250"/>
          </a:p>
        </p:txBody>
      </p:sp>
      <p:sp>
        <p:nvSpPr>
          <p:cNvPr id="14" name="Text 11"/>
          <p:cNvSpPr/>
          <p:nvPr/>
        </p:nvSpPr>
        <p:spPr>
          <a:xfrm>
            <a:off x="5440680" y="1828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Correlação de compra entre categorias (índice 0–1)</a:t>
            </a:r>
            <a:endParaRPr lang="en-US" sz="1150"/>
          </a:p>
        </p:txBody>
      </p:sp>
      <p:graphicFrame>
        <p:nvGraphicFramePr>
          <p:cNvPr id="15" name="Chart 0"/>
          <p:cNvGraphicFramePr/>
          <p:nvPr>
            <p:extLst>
              <p:ext uri="{D42A27DB-BD31-4B8C-83A1-F6EECF244321}">
                <p14:modId xmlns:p14="http://schemas.microsoft.com/office/powerpoint/2010/main" val="4092907671"/>
              </p:ext>
            </p:extLst>
          </p:nvPr>
        </p:nvGraphicFramePr>
        <p:xfrm>
          <a:off x="5349240" y="2194560"/>
          <a:ext cx="61264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 12"/>
          <p:cNvSpPr/>
          <p:nvPr/>
        </p:nvSpPr>
        <p:spPr>
          <a:xfrm>
            <a:off x="5440680" y="5797296"/>
            <a:ext cx="932688" cy="219456"/>
          </a:xfrm>
          <a:prstGeom prst="roundRect">
            <a:avLst>
              <a:gd name="adj" fmla="val 20833"/>
            </a:avLst>
          </a:prstGeom>
          <a:ln w="9525">
            <a:solidFill>
              <a:srgbClr val="B4530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ILUSTRATIVO</a:t>
            </a:r>
            <a:endParaRPr lang="en-US" sz="700"/>
          </a:p>
        </p:txBody>
      </p:sp>
      <p:sp>
        <p:nvSpPr>
          <p:cNvPr id="17" name="Text 13"/>
          <p:cNvSpPr/>
          <p:nvPr/>
        </p:nvSpPr>
        <p:spPr>
          <a:xfrm>
            <a:off x="6483096" y="5806440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Fonte: Análise de dados de varejo 2019–2022 (Adriana Shinoda · Programa SCTEC) — Associação de categorias por cesta (matriz de correlação).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20" name="Text 9">
            <a:hlinkClick r:id="rId5" action="ppaction://hlinksldjump" tooltip="Voltar ao índice"/>
            <a:extLst>
              <a:ext uri="{FF2B5EF4-FFF2-40B4-BE49-F238E27FC236}">
                <a16:creationId xmlns:a16="http://schemas.microsoft.com/office/drawing/2014/main" id="{DAB3BE22-CBC0-8E51-76F4-884F2EBCBA0A}"/>
              </a:ext>
            </a:extLst>
          </p:cNvPr>
          <p:cNvSpPr/>
          <p:nvPr/>
        </p:nvSpPr>
        <p:spPr>
          <a:xfrm>
            <a:off x="10349214" y="6514319"/>
            <a:ext cx="932688" cy="157009"/>
          </a:xfrm>
          <a:prstGeom prst="roundRect">
            <a:avLst>
              <a:gd name="adj" fmla="val 20000"/>
            </a:avLst>
          </a:prstGeom>
          <a:ln w="9525">
            <a:solidFill>
              <a:srgbClr val="0F4C8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 action="ppaction://hlinksldjump" tooltip="Voltar ao índi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Índice</a:t>
            </a:r>
            <a:endParaRPr lang="en-US" sz="850"/>
          </a:p>
        </p:txBody>
      </p:sp>
      <p:sp>
        <p:nvSpPr>
          <p:cNvPr id="900" name="Nav 01"/>
          <p:cNvSpPr/>
          <p:nvPr/>
        </p:nvSpPr>
        <p:spPr>
          <a:xfrm>
            <a:off x="806184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pt-BR" sz="700"/>
          </a:p>
        </p:txBody>
      </p:sp>
      <p:sp>
        <p:nvSpPr>
          <p:cNvPr id="901" name="Nav 02"/>
          <p:cNvSpPr/>
          <p:nvPr/>
        </p:nvSpPr>
        <p:spPr>
          <a:xfrm>
            <a:off x="841288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pt-BR" sz="700"/>
          </a:p>
        </p:txBody>
      </p:sp>
      <p:sp>
        <p:nvSpPr>
          <p:cNvPr id="902" name="Nav 03"/>
          <p:cNvSpPr/>
          <p:nvPr/>
        </p:nvSpPr>
        <p:spPr>
          <a:xfrm>
            <a:off x="876392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pt-BR" sz="700"/>
          </a:p>
        </p:txBody>
      </p:sp>
      <p:sp>
        <p:nvSpPr>
          <p:cNvPr id="903" name="Nav 04"/>
          <p:cNvSpPr/>
          <p:nvPr/>
        </p:nvSpPr>
        <p:spPr>
          <a:xfrm>
            <a:off x="911496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pt-BR" sz="700"/>
          </a:p>
        </p:txBody>
      </p:sp>
      <p:sp>
        <p:nvSpPr>
          <p:cNvPr id="904" name="Nav 05"/>
          <p:cNvSpPr/>
          <p:nvPr/>
        </p:nvSpPr>
        <p:spPr>
          <a:xfrm>
            <a:off x="946600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pt-BR" sz="700"/>
          </a:p>
        </p:txBody>
      </p:sp>
      <p:sp>
        <p:nvSpPr>
          <p:cNvPr id="905" name="Nav 06"/>
          <p:cNvSpPr/>
          <p:nvPr/>
        </p:nvSpPr>
        <p:spPr>
          <a:xfrm>
            <a:off x="981704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pt-BR" sz="700"/>
          </a:p>
        </p:txBody>
      </p:sp>
      <p:sp>
        <p:nvSpPr>
          <p:cNvPr id="906" name="Nav 07"/>
          <p:cNvSpPr/>
          <p:nvPr/>
        </p:nvSpPr>
        <p:spPr>
          <a:xfrm>
            <a:off x="10168080" y="703320"/>
            <a:ext cx="285000" cy="28500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pt-BR" sz="700"/>
          </a:p>
        </p:txBody>
      </p:sp>
      <p:sp>
        <p:nvSpPr>
          <p:cNvPr id="907" name="Nav 08"/>
          <p:cNvSpPr/>
          <p:nvPr/>
        </p:nvSpPr>
        <p:spPr>
          <a:xfrm>
            <a:off x="1051912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pt-BR" sz="700"/>
          </a:p>
        </p:txBody>
      </p:sp>
      <p:sp>
        <p:nvSpPr>
          <p:cNvPr id="908" name="Nav 09"/>
          <p:cNvSpPr/>
          <p:nvPr/>
        </p:nvSpPr>
        <p:spPr>
          <a:xfrm>
            <a:off x="1087016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pt-BR" sz="700"/>
          </a:p>
        </p:txBody>
      </p:sp>
      <p:sp>
        <p:nvSpPr>
          <p:cNvPr id="909" name="Nav 10"/>
          <p:cNvSpPr/>
          <p:nvPr/>
        </p:nvSpPr>
        <p:spPr>
          <a:xfrm>
            <a:off x="1122120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pt-BR" sz="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932688" y="457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Maturidade e Fidelidade da Base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932688" y="12801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MATURIDADE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107899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COMPORTAMENTO OBSERVADO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685800" y="2121408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 1.000 clientes compram todas as 6 categorias disponíveis — a rede é destino de abastecimento completo, não de emergência. Mais de 60% já consomem praticamente todo o mix de SKUs.</a:t>
            </a:r>
            <a:endParaRPr lang="en-US" sz="1350"/>
          </a:p>
        </p:txBody>
      </p:sp>
      <p:sp>
        <p:nvSpPr>
          <p:cNvPr id="7" name="Shape 5"/>
          <p:cNvSpPr/>
          <p:nvPr/>
        </p:nvSpPr>
        <p:spPr>
          <a:xfrm>
            <a:off x="685800" y="3456432"/>
            <a:ext cx="4160520" cy="1234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3456432"/>
            <a:ext cx="82296" cy="123444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960120" y="3456432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i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“Nossa base fiel já consome tudo. Precisamos inovar para crescer.”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85800" y="4937760"/>
            <a:ext cx="41605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0" descr="Ícone de lâmpada indicando recomendaç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12064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07592" y="510235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RECOMENDAÇÃO</a:t>
            </a:r>
            <a:endParaRPr lang="en-US" sz="1050"/>
          </a:p>
        </p:txBody>
      </p:sp>
      <p:sp>
        <p:nvSpPr>
          <p:cNvPr id="13" name="Text 10"/>
          <p:cNvSpPr/>
          <p:nvPr/>
        </p:nvSpPr>
        <p:spPr>
          <a:xfrm>
            <a:off x="1307592" y="5394960"/>
            <a:ext cx="3538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Introduzir novos SKUs (novidades) e explorar clubes de assinatura.</a:t>
            </a:r>
            <a:endParaRPr lang="en-US" sz="1250"/>
          </a:p>
        </p:txBody>
      </p:sp>
      <p:sp>
        <p:nvSpPr>
          <p:cNvPr id="14" name="Text 11"/>
          <p:cNvSpPr/>
          <p:nvPr/>
        </p:nvSpPr>
        <p:spPr>
          <a:xfrm>
            <a:off x="5440680" y="1828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Cobertura do mix pela base de clientes (%)</a:t>
            </a:r>
            <a:endParaRPr lang="en-US" sz="1150"/>
          </a:p>
        </p:txBody>
      </p:sp>
      <p:graphicFrame>
        <p:nvGraphicFramePr>
          <p:cNvPr id="15" name="Chart 0"/>
          <p:cNvGraphicFramePr/>
          <p:nvPr/>
        </p:nvGraphicFramePr>
        <p:xfrm>
          <a:off x="5897880" y="2194560"/>
          <a:ext cx="5029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 12"/>
          <p:cNvSpPr/>
          <p:nvPr/>
        </p:nvSpPr>
        <p:spPr>
          <a:xfrm>
            <a:off x="5440680" y="5797296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REAIS</a:t>
            </a:r>
            <a:endParaRPr lang="en-US" sz="700"/>
          </a:p>
        </p:txBody>
      </p:sp>
      <p:sp>
        <p:nvSpPr>
          <p:cNvPr id="17" name="Text 13"/>
          <p:cNvSpPr/>
          <p:nvPr/>
        </p:nvSpPr>
        <p:spPr>
          <a:xfrm>
            <a:off x="6483096" y="5806440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Fonte: Análise de dados de varejo 2019–2022 (Adriana Shinoda · Programa SCTEC) — Comportamento e fidelidade, diversidade de mix por cliente (base de 1.000 clientes).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22" name="Text 9">
            <a:hlinkClick r:id="rId5" action="ppaction://hlinksldjump" tooltip="Voltar ao índice"/>
            <a:extLst>
              <a:ext uri="{FF2B5EF4-FFF2-40B4-BE49-F238E27FC236}">
                <a16:creationId xmlns:a16="http://schemas.microsoft.com/office/drawing/2014/main" id="{10AAA77A-B56A-F6FC-B024-98390B181BEB}"/>
              </a:ext>
            </a:extLst>
          </p:cNvPr>
          <p:cNvSpPr/>
          <p:nvPr/>
        </p:nvSpPr>
        <p:spPr>
          <a:xfrm>
            <a:off x="10349214" y="6514319"/>
            <a:ext cx="932688" cy="157009"/>
          </a:xfrm>
          <a:prstGeom prst="roundRect">
            <a:avLst>
              <a:gd name="adj" fmla="val 20000"/>
            </a:avLst>
          </a:prstGeom>
          <a:ln w="9525">
            <a:solidFill>
              <a:srgbClr val="0F4C8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 action="ppaction://hlinksldjump" tooltip="Voltar ao índi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Índice</a:t>
            </a:r>
            <a:endParaRPr lang="en-US" sz="850"/>
          </a:p>
        </p:txBody>
      </p:sp>
      <p:sp>
        <p:nvSpPr>
          <p:cNvPr id="900" name="Nav 01"/>
          <p:cNvSpPr/>
          <p:nvPr/>
        </p:nvSpPr>
        <p:spPr>
          <a:xfrm>
            <a:off x="806184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pt-BR" sz="700"/>
          </a:p>
        </p:txBody>
      </p:sp>
      <p:sp>
        <p:nvSpPr>
          <p:cNvPr id="901" name="Nav 02"/>
          <p:cNvSpPr/>
          <p:nvPr/>
        </p:nvSpPr>
        <p:spPr>
          <a:xfrm>
            <a:off x="841288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pt-BR" sz="700"/>
          </a:p>
        </p:txBody>
      </p:sp>
      <p:sp>
        <p:nvSpPr>
          <p:cNvPr id="902" name="Nav 03"/>
          <p:cNvSpPr/>
          <p:nvPr/>
        </p:nvSpPr>
        <p:spPr>
          <a:xfrm>
            <a:off x="876392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pt-BR" sz="700"/>
          </a:p>
        </p:txBody>
      </p:sp>
      <p:sp>
        <p:nvSpPr>
          <p:cNvPr id="903" name="Nav 04"/>
          <p:cNvSpPr/>
          <p:nvPr/>
        </p:nvSpPr>
        <p:spPr>
          <a:xfrm>
            <a:off x="911496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pt-BR" sz="700"/>
          </a:p>
        </p:txBody>
      </p:sp>
      <p:sp>
        <p:nvSpPr>
          <p:cNvPr id="904" name="Nav 05"/>
          <p:cNvSpPr/>
          <p:nvPr/>
        </p:nvSpPr>
        <p:spPr>
          <a:xfrm>
            <a:off x="946600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pt-BR" sz="700"/>
          </a:p>
        </p:txBody>
      </p:sp>
      <p:sp>
        <p:nvSpPr>
          <p:cNvPr id="905" name="Nav 06"/>
          <p:cNvSpPr/>
          <p:nvPr/>
        </p:nvSpPr>
        <p:spPr>
          <a:xfrm>
            <a:off x="981704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pt-BR" sz="700"/>
          </a:p>
        </p:txBody>
      </p:sp>
      <p:sp>
        <p:nvSpPr>
          <p:cNvPr id="906" name="Nav 07"/>
          <p:cNvSpPr/>
          <p:nvPr/>
        </p:nvSpPr>
        <p:spPr>
          <a:xfrm>
            <a:off x="1016808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pt-BR" sz="700"/>
          </a:p>
        </p:txBody>
      </p:sp>
      <p:sp>
        <p:nvSpPr>
          <p:cNvPr id="907" name="Nav 08"/>
          <p:cNvSpPr/>
          <p:nvPr/>
        </p:nvSpPr>
        <p:spPr>
          <a:xfrm>
            <a:off x="10519120" y="703320"/>
            <a:ext cx="285000" cy="28500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pt-BR" sz="700"/>
          </a:p>
        </p:txBody>
      </p:sp>
      <p:sp>
        <p:nvSpPr>
          <p:cNvPr id="908" name="Nav 09"/>
          <p:cNvSpPr/>
          <p:nvPr/>
        </p:nvSpPr>
        <p:spPr>
          <a:xfrm>
            <a:off x="1087016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pt-BR" sz="700"/>
          </a:p>
        </p:txBody>
      </p:sp>
      <p:sp>
        <p:nvSpPr>
          <p:cNvPr id="909" name="Nav 10"/>
          <p:cNvSpPr/>
          <p:nvPr/>
        </p:nvSpPr>
        <p:spPr>
          <a:xfrm>
            <a:off x="1122120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pt-BR" sz="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Divider Image"/>
          <p:cNvPicPr>
            <a:picLocks noChangeAspect="1"/>
          </p:cNvPicPr>
          <p:nvPr/>
        </p:nvPicPr>
        <p:blipFill>
          <a:blip r:embed="rId2"/>
          <a:srcRect t="3117" b="3117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sp>
        <p:nvSpPr>
          <p:cNvPr id="4" name="Eyebrow"/>
          <p:cNvSpPr/>
          <p:nvPr/>
        </p:nvSpPr>
        <p:spPr>
          <a:xfrm>
            <a:off x="685800" y="170688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spc="3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3 DE 3</a:t>
            </a:r>
            <a:endParaRPr lang="pt-BR" sz="1300"/>
          </a:p>
        </p:txBody>
      </p:sp>
      <p:sp>
        <p:nvSpPr>
          <p:cNvPr id="5" name="Rule"/>
          <p:cNvSpPr/>
          <p:nvPr/>
        </p:nvSpPr>
        <p:spPr>
          <a:xfrm>
            <a:off x="685800" y="2072640"/>
            <a:ext cx="82296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itle"/>
          <p:cNvSpPr/>
          <p:nvPr/>
        </p:nvSpPr>
        <p:spPr>
          <a:xfrm>
            <a:off x="685800" y="2318640"/>
            <a:ext cx="617220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pt-BR" sz="36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Recomendações e</a:t>
            </a:r>
          </a:p>
          <a:p>
            <a:pPr marL="0" indent="0" algn="l">
              <a:lnSpc>
                <a:spcPct val="102000"/>
              </a:lnSpc>
              <a:buNone/>
            </a:pPr>
            <a:r>
              <a:rPr lang="pt-BR" sz="36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Passos</a:t>
            </a:r>
          </a:p>
        </p:txBody>
      </p:sp>
      <p:sp>
        <p:nvSpPr>
          <p:cNvPr id="7" name="Desc"/>
          <p:cNvSpPr/>
          <p:nvPr/>
        </p:nvSpPr>
        <p:spPr>
          <a:xfrm>
            <a:off x="685800" y="4160520"/>
            <a:ext cx="6172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pt-BR" sz="140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diagnóstico à ação: o plano estratégico e os próximos passos para converter os dados em crescimento sustentável.</a:t>
            </a:r>
            <a:endParaRPr lang="pt-BR" sz="1400"/>
          </a:p>
        </p:txBody>
      </p:sp>
      <p:sp>
        <p:nvSpPr>
          <p:cNvPr id="8" name="Sections"/>
          <p:cNvSpPr/>
          <p:nvPr/>
        </p:nvSpPr>
        <p:spPr>
          <a:xfrm>
            <a:off x="685800" y="5029200"/>
            <a:ext cx="6172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400" b="1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r>
              <a:rPr lang="pt-BR" sz="140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  ·  </a:t>
            </a:r>
            <a:r>
              <a:rPr lang="pt-BR" sz="14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Recomendações Estratégicas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400" b="1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r>
              <a:rPr lang="pt-BR" sz="140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  ·  </a:t>
            </a:r>
            <a:r>
              <a:rPr lang="pt-BR" sz="14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Conclusão e Próximos Passos</a:t>
            </a:r>
          </a:p>
        </p:txBody>
      </p:sp>
      <p:sp>
        <p:nvSpPr>
          <p:cNvPr id="9" name="PageNum"/>
          <p:cNvSpPr/>
          <p:nvPr/>
        </p:nvSpPr>
        <p:spPr>
          <a:xfrm>
            <a:off x="685800" y="6455664"/>
            <a:ext cx="15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fld id="{F7021451-1387-4CA6-816F-3879F97B5CBC}" type="slidenum">
              <a:rPr lang="en-US" sz="900" b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fld>
            <a:endParaRPr lang="en-US" sz="900">
              <a:solidFill>
                <a:srgbClr val="6B7280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932688" y="457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Recomendações Estratégicas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932688" y="12801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PLANO DE AÇÃO</a:t>
            </a:r>
            <a:endParaRPr lang="en-US" sz="105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22124"/>
              </p:ext>
            </p:extLst>
          </p:nvPr>
        </p:nvGraphicFramePr>
        <p:xfrm>
          <a:off x="685800" y="1965960"/>
          <a:ext cx="10789920" cy="425196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Ação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Justificativa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Benefício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0F4C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Foco no público de volume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Solteiros e separados sem filhos lideram o volume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Ganho de escala e fluxo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0F4C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Expansão de cesta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Usar Alimentos para alavancar Pet e Acessórios (maior margem)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Aumento de ticket e margem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0F4C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Recuperação de clientes em risco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Grupo de alta frequência e alta recência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Retenção e receita recorrente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0F4C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Cross-merchandising Higiene + Limpeza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Maior correlação de compra da cesta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Maior ticket por cesta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0F4C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Crescimento por inovação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 fiel já consome o mix atual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Novos SKUs e clubes de assinatura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22" name="Text 9">
            <a:hlinkClick r:id="rId3" action="ppaction://hlinksldjump" tooltip="Voltar ao índice"/>
            <a:extLst>
              <a:ext uri="{FF2B5EF4-FFF2-40B4-BE49-F238E27FC236}">
                <a16:creationId xmlns:a16="http://schemas.microsoft.com/office/drawing/2014/main" id="{5FBC2BF9-2E7E-6B20-45E4-E6F68A1BC273}"/>
              </a:ext>
            </a:extLst>
          </p:cNvPr>
          <p:cNvSpPr/>
          <p:nvPr/>
        </p:nvSpPr>
        <p:spPr>
          <a:xfrm>
            <a:off x="10349214" y="6514319"/>
            <a:ext cx="932688" cy="157009"/>
          </a:xfrm>
          <a:prstGeom prst="roundRect">
            <a:avLst>
              <a:gd name="adj" fmla="val 20000"/>
            </a:avLst>
          </a:prstGeom>
          <a:ln w="9525">
            <a:solidFill>
              <a:srgbClr val="0F4C8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action="ppaction://hlinksldjump" tooltip="Voltar ao índi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Índice</a:t>
            </a:r>
            <a:endParaRPr lang="en-US" sz="850"/>
          </a:p>
        </p:txBody>
      </p:sp>
      <p:sp>
        <p:nvSpPr>
          <p:cNvPr id="900" name="Nav 01"/>
          <p:cNvSpPr/>
          <p:nvPr/>
        </p:nvSpPr>
        <p:spPr>
          <a:xfrm>
            <a:off x="806184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pt-BR" sz="700"/>
          </a:p>
        </p:txBody>
      </p:sp>
      <p:sp>
        <p:nvSpPr>
          <p:cNvPr id="901" name="Nav 02"/>
          <p:cNvSpPr/>
          <p:nvPr/>
        </p:nvSpPr>
        <p:spPr>
          <a:xfrm>
            <a:off x="841288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pt-BR" sz="700"/>
          </a:p>
        </p:txBody>
      </p:sp>
      <p:sp>
        <p:nvSpPr>
          <p:cNvPr id="902" name="Nav 03"/>
          <p:cNvSpPr/>
          <p:nvPr/>
        </p:nvSpPr>
        <p:spPr>
          <a:xfrm>
            <a:off x="876392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pt-BR" sz="700"/>
          </a:p>
        </p:txBody>
      </p:sp>
      <p:sp>
        <p:nvSpPr>
          <p:cNvPr id="903" name="Nav 04"/>
          <p:cNvSpPr/>
          <p:nvPr/>
        </p:nvSpPr>
        <p:spPr>
          <a:xfrm>
            <a:off x="911496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pt-BR" sz="700"/>
          </a:p>
        </p:txBody>
      </p:sp>
      <p:sp>
        <p:nvSpPr>
          <p:cNvPr id="904" name="Nav 05"/>
          <p:cNvSpPr/>
          <p:nvPr/>
        </p:nvSpPr>
        <p:spPr>
          <a:xfrm>
            <a:off x="946600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pt-BR" sz="700"/>
          </a:p>
        </p:txBody>
      </p:sp>
      <p:sp>
        <p:nvSpPr>
          <p:cNvPr id="905" name="Nav 06"/>
          <p:cNvSpPr/>
          <p:nvPr/>
        </p:nvSpPr>
        <p:spPr>
          <a:xfrm>
            <a:off x="981704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pt-BR" sz="700"/>
          </a:p>
        </p:txBody>
      </p:sp>
      <p:sp>
        <p:nvSpPr>
          <p:cNvPr id="906" name="Nav 07"/>
          <p:cNvSpPr/>
          <p:nvPr/>
        </p:nvSpPr>
        <p:spPr>
          <a:xfrm>
            <a:off x="1016808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pt-BR" sz="700"/>
          </a:p>
        </p:txBody>
      </p:sp>
      <p:sp>
        <p:nvSpPr>
          <p:cNvPr id="907" name="Nav 08"/>
          <p:cNvSpPr/>
          <p:nvPr/>
        </p:nvSpPr>
        <p:spPr>
          <a:xfrm>
            <a:off x="1051912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pt-BR" sz="700"/>
          </a:p>
        </p:txBody>
      </p:sp>
      <p:sp>
        <p:nvSpPr>
          <p:cNvPr id="908" name="Nav 09"/>
          <p:cNvSpPr/>
          <p:nvPr/>
        </p:nvSpPr>
        <p:spPr>
          <a:xfrm>
            <a:off x="10870160" y="703320"/>
            <a:ext cx="285000" cy="28500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pt-BR" sz="700"/>
          </a:p>
        </p:txBody>
      </p:sp>
      <p:sp>
        <p:nvSpPr>
          <p:cNvPr id="909" name="Nav 10"/>
          <p:cNvSpPr/>
          <p:nvPr/>
        </p:nvSpPr>
        <p:spPr>
          <a:xfrm>
            <a:off x="1122120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pt-BR" sz="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932688" y="457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Conclusão e Próximos Passos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932688" y="12801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· ENCERRAMENTO</a:t>
            </a:r>
            <a:endParaRPr lang="en-US" sz="105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rede possui uma base fiel e com alta exploração do mix. O crescimento futuro virá da inovação em SKUs, da expansão de cesta e da recuperação de clientes em risco.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685800" y="26974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PASSOS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685800" y="3108960"/>
            <a:ext cx="3410712" cy="1417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85800" y="3108960"/>
            <a:ext cx="82296" cy="1417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78408" y="327355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978408" y="3767328"/>
            <a:ext cx="2862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Incluir indicadores de margem financeira no acompanhamento.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4370832" y="3108960"/>
            <a:ext cx="3410712" cy="1417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370832" y="3108960"/>
            <a:ext cx="82296" cy="1417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663440" y="327355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4663440" y="3767328"/>
            <a:ext cx="2862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Mapear ações promocionais e a sua efetividade.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8055864" y="3108960"/>
            <a:ext cx="3410712" cy="1417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055864" y="3108960"/>
            <a:ext cx="82296" cy="1417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348472" y="327355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8348472" y="3767328"/>
            <a:ext cx="2862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Monitorar rupturas de estoque para separar crescimento orgânico de picos sazonais.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685800" y="4892040"/>
            <a:ext cx="10789920" cy="114300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097280" y="489204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“Dados como base para decisões que geram valor real ao negócio.”</a:t>
            </a:r>
            <a:endParaRPr lang="en-US" sz="1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sp>
        <p:nvSpPr>
          <p:cNvPr id="22" name="Text 9">
            <a:hlinkClick r:id="rId3" action="ppaction://hlinksldjump" tooltip="Voltar ao índice"/>
            <a:extLst>
              <a:ext uri="{FF2B5EF4-FFF2-40B4-BE49-F238E27FC236}">
                <a16:creationId xmlns:a16="http://schemas.microsoft.com/office/drawing/2014/main" id="{DC1A9631-C895-C96F-664C-E56EAB071CE9}"/>
              </a:ext>
            </a:extLst>
          </p:cNvPr>
          <p:cNvSpPr/>
          <p:nvPr/>
        </p:nvSpPr>
        <p:spPr>
          <a:xfrm>
            <a:off x="10349214" y="6514319"/>
            <a:ext cx="932688" cy="157009"/>
          </a:xfrm>
          <a:prstGeom prst="roundRect">
            <a:avLst>
              <a:gd name="adj" fmla="val 20000"/>
            </a:avLst>
          </a:prstGeom>
          <a:ln w="9525">
            <a:solidFill>
              <a:srgbClr val="0F4C8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action="ppaction://hlinksldjump" tooltip="Voltar ao índi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Índice</a:t>
            </a:r>
            <a:endParaRPr lang="en-US" sz="850"/>
          </a:p>
        </p:txBody>
      </p:sp>
      <p:sp>
        <p:nvSpPr>
          <p:cNvPr id="900" name="Nav 01"/>
          <p:cNvSpPr/>
          <p:nvPr/>
        </p:nvSpPr>
        <p:spPr>
          <a:xfrm>
            <a:off x="806184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pt-BR" sz="700"/>
          </a:p>
        </p:txBody>
      </p:sp>
      <p:sp>
        <p:nvSpPr>
          <p:cNvPr id="901" name="Nav 02"/>
          <p:cNvSpPr/>
          <p:nvPr/>
        </p:nvSpPr>
        <p:spPr>
          <a:xfrm>
            <a:off x="841288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pt-BR" sz="700"/>
          </a:p>
        </p:txBody>
      </p:sp>
      <p:sp>
        <p:nvSpPr>
          <p:cNvPr id="902" name="Nav 03"/>
          <p:cNvSpPr/>
          <p:nvPr/>
        </p:nvSpPr>
        <p:spPr>
          <a:xfrm>
            <a:off x="876392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pt-BR" sz="700"/>
          </a:p>
        </p:txBody>
      </p:sp>
      <p:sp>
        <p:nvSpPr>
          <p:cNvPr id="903" name="Nav 04"/>
          <p:cNvSpPr/>
          <p:nvPr/>
        </p:nvSpPr>
        <p:spPr>
          <a:xfrm>
            <a:off x="911496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pt-BR" sz="700"/>
          </a:p>
        </p:txBody>
      </p:sp>
      <p:sp>
        <p:nvSpPr>
          <p:cNvPr id="904" name="Nav 05"/>
          <p:cNvSpPr/>
          <p:nvPr/>
        </p:nvSpPr>
        <p:spPr>
          <a:xfrm>
            <a:off x="946600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pt-BR" sz="700"/>
          </a:p>
        </p:txBody>
      </p:sp>
      <p:sp>
        <p:nvSpPr>
          <p:cNvPr id="905" name="Nav 06"/>
          <p:cNvSpPr/>
          <p:nvPr/>
        </p:nvSpPr>
        <p:spPr>
          <a:xfrm>
            <a:off x="981704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pt-BR" sz="700"/>
          </a:p>
        </p:txBody>
      </p:sp>
      <p:sp>
        <p:nvSpPr>
          <p:cNvPr id="906" name="Nav 07"/>
          <p:cNvSpPr/>
          <p:nvPr/>
        </p:nvSpPr>
        <p:spPr>
          <a:xfrm>
            <a:off x="1016808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pt-BR" sz="700"/>
          </a:p>
        </p:txBody>
      </p:sp>
      <p:sp>
        <p:nvSpPr>
          <p:cNvPr id="907" name="Nav 08"/>
          <p:cNvSpPr/>
          <p:nvPr/>
        </p:nvSpPr>
        <p:spPr>
          <a:xfrm>
            <a:off x="1051912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pt-BR" sz="700"/>
          </a:p>
        </p:txBody>
      </p:sp>
      <p:sp>
        <p:nvSpPr>
          <p:cNvPr id="908" name="Nav 09"/>
          <p:cNvSpPr/>
          <p:nvPr/>
        </p:nvSpPr>
        <p:spPr>
          <a:xfrm>
            <a:off x="10870160" y="703320"/>
            <a:ext cx="285000" cy="28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pt-BR" sz="700"/>
          </a:p>
        </p:txBody>
      </p:sp>
      <p:sp>
        <p:nvSpPr>
          <p:cNvPr id="909" name="Nav 10"/>
          <p:cNvSpPr/>
          <p:nvPr/>
        </p:nvSpPr>
        <p:spPr>
          <a:xfrm>
            <a:off x="11221200" y="703320"/>
            <a:ext cx="285000" cy="28500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pt-BR" sz="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 idx="103" hasCustomPrompt="1"/>
          </p:nvPr>
        </p:nvSpPr>
        <p:spPr>
          <a:xfrm>
            <a:off x="932688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pt-BR" sz="2700" b="1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Apêndice: Metodologia e Fontes</a:t>
            </a:r>
            <a:endParaRPr lang="pt-BR" sz="2700"/>
          </a:p>
        </p:txBody>
      </p:sp>
      <p:sp>
        <p:nvSpPr>
          <p:cNvPr id="6" name="Eyebrow"/>
          <p:cNvSpPr/>
          <p:nvPr/>
        </p:nvSpPr>
        <p:spPr>
          <a:xfrm>
            <a:off x="932688" y="11430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REFERÊNCIA · COMO LER ESTA ANÁLISE</a:t>
            </a:r>
            <a:endParaRPr lang="pt-BR" sz="1100"/>
          </a:p>
        </p:txBody>
      </p:sp>
      <p:sp>
        <p:nvSpPr>
          <p:cNvPr id="10" name="ColHead"/>
          <p:cNvSpPr/>
          <p:nvPr/>
        </p:nvSpPr>
        <p:spPr>
          <a:xfrm>
            <a:off x="685800" y="1780000"/>
            <a:ext cx="525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50" b="1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METODOLOGIA</a:t>
            </a:r>
            <a:endParaRPr lang="pt-BR" sz="1250"/>
          </a:p>
        </p:txBody>
      </p:sp>
      <p:sp>
        <p:nvSpPr>
          <p:cNvPr id="11" name="ColBody"/>
          <p:cNvSpPr/>
          <p:nvPr/>
        </p:nvSpPr>
        <p:spPr>
          <a:xfrm>
            <a:off x="685800" y="2200000"/>
            <a:ext cx="5250000" cy="3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12000"/>
              </a:lnSpc>
              <a:spcBef>
                <a:spcPts val="700"/>
              </a:spcBef>
              <a:buClr>
                <a:srgbClr val="10B981"/>
              </a:buClr>
              <a:buFont typeface="Arial"/>
              <a:buChar char="▪"/>
            </a:pPr>
            <a:r>
              <a:rPr lang="pt-BR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1.000 clientes e respectivas transações no varejo entre 2019 e 2022.</a:t>
            </a:r>
          </a:p>
          <a:p>
            <a:pPr marL="285750" indent="-285750" algn="l">
              <a:lnSpc>
                <a:spcPct val="112000"/>
              </a:lnSpc>
              <a:spcBef>
                <a:spcPts val="700"/>
              </a:spcBef>
              <a:buClr>
                <a:srgbClr val="10B981"/>
              </a:buClr>
              <a:buFont typeface="Arial"/>
              <a:buChar char="▪"/>
            </a:pPr>
            <a:r>
              <a:rPr lang="pt-BR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Índice de vendas normalizado (2019 = 100) para permitir a comparação temporal.</a:t>
            </a:r>
          </a:p>
          <a:p>
            <a:pPr marL="285750" indent="-285750" algn="l">
              <a:lnSpc>
                <a:spcPct val="112000"/>
              </a:lnSpc>
              <a:spcBef>
                <a:spcPts val="700"/>
              </a:spcBef>
              <a:buClr>
                <a:srgbClr val="10B981"/>
              </a:buClr>
              <a:buFont typeface="Arial"/>
              <a:buChar char="▪"/>
            </a:pPr>
            <a:r>
              <a:rPr lang="pt-BR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Correlação de compra (0–1): probabilidade de duas categorias na mesma cesta.</a:t>
            </a:r>
          </a:p>
          <a:p>
            <a:pPr marL="285750" indent="-285750" algn="l">
              <a:lnSpc>
                <a:spcPct val="112000"/>
              </a:lnSpc>
              <a:spcBef>
                <a:spcPts val="700"/>
              </a:spcBef>
              <a:buClr>
                <a:srgbClr val="10B981"/>
              </a:buClr>
              <a:buFont typeface="Arial"/>
              <a:buChar char="▪"/>
            </a:pPr>
            <a:r>
              <a:rPr lang="pt-BR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de cesta medido pelo número de itens por pedido (mediana e distribuição).</a:t>
            </a:r>
          </a:p>
        </p:txBody>
      </p:sp>
      <p:sp>
        <p:nvSpPr>
          <p:cNvPr id="20" name="ColHead"/>
          <p:cNvSpPr/>
          <p:nvPr/>
        </p:nvSpPr>
        <p:spPr>
          <a:xfrm>
            <a:off x="6256200" y="1780000"/>
            <a:ext cx="525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50" b="1" spc="20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FONTES E NOTAS</a:t>
            </a:r>
            <a:endParaRPr lang="pt-BR" sz="1250"/>
          </a:p>
        </p:txBody>
      </p:sp>
      <p:sp>
        <p:nvSpPr>
          <p:cNvPr id="21" name="ColBody"/>
          <p:cNvSpPr/>
          <p:nvPr/>
        </p:nvSpPr>
        <p:spPr>
          <a:xfrm>
            <a:off x="6256200" y="2200000"/>
            <a:ext cx="5250000" cy="3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12000"/>
              </a:lnSpc>
              <a:spcBef>
                <a:spcPts val="700"/>
              </a:spcBef>
              <a:buClr>
                <a:srgbClr val="10B981"/>
              </a:buClr>
              <a:buFont typeface="Arial"/>
              <a:buChar char="▪"/>
            </a:pPr>
            <a:r>
              <a:rPr lang="pt-BR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Fonte primária: Análise de dados de varejo 2019–2022 (Adriana Shinoda · Programa SCTEC).</a:t>
            </a:r>
          </a:p>
          <a:p>
            <a:pPr marL="285750" indent="-285750" algn="l">
              <a:lnSpc>
                <a:spcPct val="112000"/>
              </a:lnSpc>
              <a:spcBef>
                <a:spcPts val="700"/>
              </a:spcBef>
              <a:buClr>
                <a:srgbClr val="10B981"/>
              </a:buClr>
              <a:buFont typeface="Arial"/>
              <a:buChar char="▪"/>
            </a:pPr>
            <a:r>
              <a:rPr lang="pt-BR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Gráficos marcados como ILUSTRATIVO representam padrões; DADOS REAIS derivam da base analisada.</a:t>
            </a:r>
          </a:p>
          <a:p>
            <a:pPr marL="285750" indent="-285750" algn="l">
              <a:lnSpc>
                <a:spcPct val="112000"/>
              </a:lnSpc>
              <a:spcBef>
                <a:spcPts val="700"/>
              </a:spcBef>
              <a:buClr>
                <a:srgbClr val="10B981"/>
              </a:buClr>
              <a:buFont typeface="Arial"/>
              <a:buChar char="▪"/>
            </a:pPr>
            <a:r>
              <a:rPr lang="pt-BR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Recorte temporal do estudo: janeiro de 2019 a dezembro de 2022.</a:t>
            </a:r>
          </a:p>
          <a:p>
            <a:pPr marL="285750" indent="-285750" algn="l">
              <a:lnSpc>
                <a:spcPct val="112000"/>
              </a:lnSpc>
              <a:spcBef>
                <a:spcPts val="700"/>
              </a:spcBef>
              <a:buClr>
                <a:srgbClr val="10B981"/>
              </a:buClr>
              <a:buFont typeface="Arial"/>
              <a:buChar char="▪"/>
            </a:pPr>
            <a:r>
              <a:rPr lang="pt-BR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Elaboração: Adriana Shinoda · Julho de 2026.</a:t>
            </a:r>
          </a:p>
        </p:txBody>
      </p:sp>
      <p:sp>
        <p:nvSpPr>
          <p:cNvPr id="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777240" cy="27432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</TotalTime>
  <Words>1753</Words>
  <Application>Microsoft Office PowerPoint</Application>
  <PresentationFormat>Widescreen</PresentationFormat>
  <Paragraphs>331</Paragraphs>
  <Slides>17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Segoe UI</vt:lpstr>
      <vt:lpstr>Office Theme</vt:lpstr>
      <vt:lpstr>Estratégia de Crescimento e Performance</vt:lpstr>
      <vt:lpstr>Apresentação do PowerPoint</vt:lpstr>
      <vt:lpstr>Sumário Executivo</vt:lpstr>
      <vt:lpstr>Apresentação do PowerPoint</vt:lpstr>
      <vt:lpstr>Contexto do Negócio</vt:lpstr>
      <vt:lpstr>Objetivo da Análise</vt:lpstr>
      <vt:lpstr>Metodologia da Análise</vt:lpstr>
      <vt:lpstr>Apresentação do PowerPoint</vt:lpstr>
      <vt:lpstr>Desmistificando o Perfil do Cliente</vt:lpstr>
      <vt:lpstr>O Desafio da Sazonalidade</vt:lpstr>
      <vt:lpstr>Três Perfis de Abastecimento</vt:lpstr>
      <vt:lpstr>Sinergia entre Categorias</vt:lpstr>
      <vt:lpstr>Maturidade e Fidelidade da Base</vt:lpstr>
      <vt:lpstr>Apresentação do PowerPoint</vt:lpstr>
      <vt:lpstr>Recomendações Estratégicas</vt:lpstr>
      <vt:lpstr>Conclusão e Próximos Passos</vt:lpstr>
      <vt:lpstr>Apêndice: Metodologia e Fontes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Adriana Shinoda</dc:creator>
  <cp:lastModifiedBy>Adriana Shinoda</cp:lastModifiedBy>
  <cp:revision>1</cp:revision>
  <dcterms:created xsi:type="dcterms:W3CDTF">2026-07-03T22:28:58Z</dcterms:created>
  <dcterms:modified xsi:type="dcterms:W3CDTF">2026-07-04T01:16:36Z</dcterms:modified>
</cp:coreProperties>
</file>